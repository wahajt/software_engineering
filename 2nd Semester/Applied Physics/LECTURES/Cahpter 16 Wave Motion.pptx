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5"/>
  </p:notesMasterIdLst>
  <p:sldIdLst>
    <p:sldId id="307" r:id="rId2"/>
    <p:sldId id="256" r:id="rId3"/>
    <p:sldId id="303" r:id="rId4"/>
    <p:sldId id="257" r:id="rId5"/>
    <p:sldId id="258" r:id="rId6"/>
    <p:sldId id="259" r:id="rId7"/>
    <p:sldId id="260" r:id="rId8"/>
    <p:sldId id="261" r:id="rId9"/>
    <p:sldId id="262" r:id="rId10"/>
    <p:sldId id="304" r:id="rId11"/>
    <p:sldId id="263" r:id="rId12"/>
    <p:sldId id="305" r:id="rId13"/>
    <p:sldId id="264" r:id="rId14"/>
    <p:sldId id="265" r:id="rId15"/>
    <p:sldId id="306" r:id="rId16"/>
    <p:sldId id="266" r:id="rId17"/>
    <p:sldId id="267" r:id="rId18"/>
    <p:sldId id="268" r:id="rId19"/>
    <p:sldId id="269" r:id="rId20"/>
    <p:sldId id="308" r:id="rId21"/>
    <p:sldId id="309" r:id="rId22"/>
    <p:sldId id="270" r:id="rId23"/>
    <p:sldId id="271" r:id="rId24"/>
    <p:sldId id="272" r:id="rId25"/>
    <p:sldId id="273" r:id="rId26"/>
    <p:sldId id="274" r:id="rId27"/>
    <p:sldId id="275" r:id="rId28"/>
    <p:sldId id="292" r:id="rId29"/>
    <p:sldId id="276" r:id="rId30"/>
    <p:sldId id="277" r:id="rId31"/>
    <p:sldId id="278" r:id="rId32"/>
    <p:sldId id="279" r:id="rId33"/>
    <p:sldId id="310" r:id="rId34"/>
    <p:sldId id="311" r:id="rId35"/>
    <p:sldId id="280" r:id="rId36"/>
    <p:sldId id="281" r:id="rId37"/>
    <p:sldId id="282" r:id="rId38"/>
    <p:sldId id="283" r:id="rId39"/>
    <p:sldId id="312" r:id="rId40"/>
    <p:sldId id="284" r:id="rId41"/>
    <p:sldId id="285" r:id="rId42"/>
    <p:sldId id="314" r:id="rId43"/>
    <p:sldId id="313" r:id="rId44"/>
    <p:sldId id="286" r:id="rId45"/>
    <p:sldId id="287" r:id="rId46"/>
    <p:sldId id="288" r:id="rId47"/>
    <p:sldId id="289" r:id="rId48"/>
    <p:sldId id="290" r:id="rId49"/>
    <p:sldId id="291" r:id="rId50"/>
    <p:sldId id="293" r:id="rId51"/>
    <p:sldId id="294" r:id="rId52"/>
    <p:sldId id="316" r:id="rId53"/>
    <p:sldId id="295" r:id="rId54"/>
    <p:sldId id="296" r:id="rId55"/>
    <p:sldId id="317" r:id="rId56"/>
    <p:sldId id="318" r:id="rId57"/>
    <p:sldId id="297" r:id="rId58"/>
    <p:sldId id="298" r:id="rId59"/>
    <p:sldId id="299" r:id="rId60"/>
    <p:sldId id="319" r:id="rId61"/>
    <p:sldId id="300" r:id="rId62"/>
    <p:sldId id="301" r:id="rId63"/>
    <p:sldId id="302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15" r:id="rId74"/>
  </p:sldIdLst>
  <p:sldSz cx="11430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1" autoAdjust="0"/>
    <p:restoredTop sz="90929"/>
  </p:normalViewPr>
  <p:slideViewPr>
    <p:cSldViewPr>
      <p:cViewPr>
        <p:scale>
          <a:sx n="56" d="100"/>
          <a:sy n="56" d="100"/>
        </p:scale>
        <p:origin x="-542" y="58"/>
      </p:cViewPr>
      <p:guideLst>
        <p:guide orient="horz" pos="2160"/>
        <p:guide pos="360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32:50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7145 645,'0'25,"0"-25,0 25,0-1,0-24,0 50,0 0,0-26,0 26,0 0,0-50,0 49,0-24,0-25,0 25,25 0,0-25,-25 0,25 0,24 0,-49 0,25 0,25 0,-26 0,26 0,0 0,-1-50,26 25,-51-24,1-1,0 25,0 0,0-24,-25 49,0-50,0 25,25 25,-25-24,0-1,0 0,24 0,-24 0,0 1,0 24,0-25,0 0,0 25,0-25,-24 25,24 0,0 0,0 25,0 0,0-25,0 25,-25-1,25 1,0 0,0 25,0-1,-25 26,25-1,0 25,-25-24,25-26,0 51,0-26,0 25,0-49,0 49,0-25,0 1,0-1,0-49,0 50,0-1,0-49,0 24,0 26,0-50,-25-1,25 26,0-50,0 50,-25-26,1-24,-1 25,25 0,-25-25,0 0,25 25,0-25,-25 0,1 0,-1 0,0 0,0-25,-24 0,49 25,-25 0,0-25,0-24,0 24,1 25,-1-25,25 0,0 25,-25-24,25-1,0 0,-25 25,25 0,0-25,0 0,0 1,0 24,0-25,0 0,0 25,0-25,0-24,0 24,0-25,0 1,0 24,25-50,0 26,0-26,-1 75,-24-49,25 24,0 0,0 0,-25 0,25 1,-1 24,1-50,-25 25,25 25,0-25,-25 1,25 24</inkml:trace>
  <inkml:trace contextRef="#ctx0" brushRef="#br0" timeOffset="1409.0806">8237 571,'0'24,"-25"-24,25 25,-25 0,0-25,25 25,0 0,0-1,0 1,-25 0,25-25,0 25,0 24,-24 1,24-25,-25 24,0 26,25-25,-25-1,0 1,25-1,0-24,0 0,0 0,0 0,0-1,0 1,0 0,0 0,0 0,0-25,0 24,0 1,0 0,0-25,0 25,0 0,25-25,0 24,-25-24,25 0,0 0,-25 0</inkml:trace>
  <inkml:trace contextRef="#ctx0" brushRef="#br0" timeOffset="3745.2142">8361 843,'25'-24,"-25"24,0-25,24 25,1 0,0 0,-25-25,0 25,25 0,0 0,-1 0,-24 0,0 0,25 0,-25 25,25 0,-25-25,0 24,0 26,0 0,0-1,0 26,0-26,0 26,0-26,0 26,0-50,0 24,0-24,0-25,-25 25,25 0,-25-1,25-24,0 25,-24 0,-1-25,0 0,25 0,0-25,0 25,0-25,0 1,25-1,0 0,-1-25,-24 26,25-1,0-25,25 1,-1-26,-24 50,0-24,24-1,1-24,0 24,-25 25,-1 25,-24-25,25 1,0-1,-25 25,0-25,0 25,-25 0,25 0,0 0,-25 0,1 0,-1 0,25 25,-25 0,0-1,25-24,0 25,-25 0,0 0,25 0,-24-1,24 1,-25 25,0 0,0-26,0-24,25 25,0 0,0 0,-24-25,24 0,0 25,0-1,0 1,0-25,0 25,0 0,0-25,0 25,0-1,0 1,0-25,0 0,0 0,24 0,-24 25,25-25,-25 0,25 0,0 0</inkml:trace>
  <inkml:trace contextRef="#ctx0" brushRef="#br0" timeOffset="4760.2722">9105 1067,'0'0,"25"0,-25 0,25 0,-25 25,0-1,0-24,0 25,0 0,0 0,0-25,0 25,0-1,0 1,0-25,0 25,0 0,0-25,0 25,0-1,-25-24,25 25,0-25,0 25</inkml:trace>
  <inkml:trace contextRef="#ctx0" brushRef="#br0" timeOffset="6395.3658">9626 620,'0'0,"0"0,0 25,-25 0,25 0,0-25,0 24,-25 1,25 0,0-25,0 25,0 24,0-24,0 25,-24-1,24 1,-25 0,25-1,-25 1,25-25,0 24,0-24,-25 0,25 0,0 0,0-25,0 24,0 1,0 0,0-25,25 25,-25-25,25 0,0 0,-1 0,-24 0,25 0,0 0,0 0,-25-25,25 25,-1 0,-24-25,25 25</inkml:trace>
  <inkml:trace contextRef="#ctx0" brushRef="#br0" timeOffset="7400.4232">9452 992,'0'0,"25"0,-25-25,25 25,-25 0,25 0,0 0,-1 0,-24 0,25 0,0 0,-25 0,25 0,0 0,-1 0,-24 0</inkml:trace>
  <inkml:trace contextRef="#ctx0" brushRef="#br0" timeOffset="8703.4977">10048 695,'0'24,"0"1,25 0,-25-25,24 50,1-26,0 1,0 0,-25 0,0 0,25-1,-25 1,0 0,0 0,0 0,0 0,0 24,0 1,0-50,0 49,0 26,0-50,0 49,0-24,-25-50,25 49,0-24,-25 0,25 0,-25-1,0-24,25 25,-24-25,-1 25,0-25,0 25,0-25,0 0,1 0,-1 0,0 0,25 0,-25 0</inkml:trace>
  <inkml:trace contextRef="#ctx0" brushRef="#br0" timeOffset="9952.5692">10618 1017,'0'0,"25"-25,0 25,-25 0,0-25,25 25,24 0,-49 0,50-24,-25 24,-25 0,25 0,-1 0,-24 0,25 0,0 0,0 0,-25 0,25 0,-1 0</inkml:trace>
  <inkml:trace contextRef="#ctx0" brushRef="#br0" timeOffset="10888.6228">10618 1340,'25'0,"-25"-25,0 25,25-25,0 25,0 0,-25 0,24-25,1 25,0 0,-25 0,25 0,0 0,-25 0,24 0,1 0,0 0,-25 0,25 0</inkml:trace>
  <inkml:trace contextRef="#ctx0" brushRef="#br0" timeOffset="13136.7513">11437 943,'25'0,"-25"0,49-25,-24 0,-25 0,50 25,-25-25,-25 1,24-1,26 0,-25-25,0 1,-25 24,0 0,25 0,-25 1,0 24,0-25,0-25,0 50,0-25,0-24,0 49,0-50,0 25,0 25,0-49,0 24,0 25,-25 0,25-25,-25 25,25-25,0 25,-25 0,25 0,-25 0,25 25,-25-25,25 25,0 0,0-1,0-24,-24 25,24 25,-25-25,25 49,-25 1,0 24,0-25,1-24,-1-1,0 26,25-26,0-49,0 50,0 0,0-25,0-1,0 26,0-25,0 0,0-1,0 1,0 0,0 0,0 0,0-1,0 1,0 0,0 0,0 24,0-49,0 25,0 0,0-25,0 25,0 0,0-1,0-24,0 25,0 0,0 0,0-25,0 25,0 0,0-25,0 24</inkml:trace>
  <inkml:trace contextRef="#ctx0" brushRef="#br0" timeOffset="14319.819">11288 1141,'0'0,"25"0,0 0,-25 0,25 0,-1 0,-24 0,25 0,0 0,0 0,-25 0,25 0,-1 0,1 0,-25 0,25 0,0 0,-25 0,25 0,-1 0,1 0,-25 0</inkml:trace>
  <inkml:trace contextRef="#ctx0" brushRef="#br0" timeOffset="15905.9097">12156 496,'0'0,"-24"25,24-25,0 25,-25 0,0-1,25 1,0 0,-25 0,0-25,25 49,-24-24,24 0,-25 25,0-1,0-49,25 50,-25-25,25-1,0 1,0 25,-24-50,24 50,0-26,0-24,0 25,0 0,0 0,0-25,0 25,0-1,0-24,0 25,0-25,0 25,0 0,24-25,1 25,-25-25,25 24,0 1,0-25,-25 0,0 25,24-25,1 0,-25 25,25-25,-25 0,25 0</inkml:trace>
  <inkml:trace contextRef="#ctx0" brushRef="#br0" timeOffset="18892.0805">12330 794,'0'-25,"0"25,0 0,0-25,25 25,0 0,-25-25,25 25,-25 0,24 0,1 0,0 0,0 25,24 0,-49-25,25 25,0 24,0-49,-25 25,0 25,25-50,-25 25,0 24,0-49,0 25,0 0,0 0,0 0,0 24,0-24,0-25,0 25,0 0,-25-25,25 24,-25-24,25 25,-25 0,25-25,-25 0,1 0,24 0,0 0,0-25,0 0,24 25,-24-24,0-1,50 0,-25 0,0 0,-25 1,24-1,1 25,-25-25,25 0,-25 25,0-25,25 0,-25 1,25 24,-25-25,0 0,0 0,0 25,0-25,0 1,0 24,0-25,0 0,0 0,24 25,-24 0,0 0,0 0,0 25,0 0,0-25,0 25,0-1,0-24,0 25,0 0,0 0,0-25,0 25,0-1,-24 1,24 0,0 0,0 0,0 0,0-1,0 1,0-25,0 25,0 0,0 0,0-25,0 24,0 1,0-25,0 0,0 25,24 0,1 0,0-25,-25 24,25-24,-25 25,25-25,0 0,-25 0,24 0</inkml:trace>
  <inkml:trace contextRef="#ctx0" brushRef="#br0" timeOffset="20291.1604">13074 1017,'0'0,"0"0,25 0,0 0,-25 0,25 0,24 0,-24 0,25 0,-1 0,-24 0,25 0,-25 0,-25 0,25 0,-1 0,-24 0,25 0,0 0,0 0,-25 0</inkml:trace>
  <inkml:trace contextRef="#ctx0" brushRef="#br0" timeOffset="22074.2625">13744 794,'0'0,"0"0,0 25,0-1,0 1,0-25,0 25,0 0,0 0,0-25,0 49,25 1,-25-25,0 24,0 1,25-50,-25 25,25 0,-25-1,24-24,-24 25,0 0,0-25,0 0,25 0,-25 0,25 0,-25-25,0 25,25-25,-25 1,0-1,0 25,25-50,-25 25,25 1,-1-26,-24 0,25 25,0-24,-25-1,0 1,25 24,-25 0,25-25,-25 50,0-24,24-1,-24 0,0 25</inkml:trace>
  <inkml:trace contextRef="#ctx0" brushRef="#br0" timeOffset="23642.3521">14364 298,'0'0,"0"24,0 1,0 0,0-25,0 25,0 0,0-25,0 25,-24-1,24 1,0 25,0-1,0 1,-25 24,25-24,0 24,-25-49,25 0,0 25,0-26,0 26,0-25,0 0,0 0,0-1,0 1,0 0,0 0,0-25,0 25,0-1,0 1,0-25,0 25,0-25,25 0,0 0,-25 0,24 0,1 0,0 0,-25 0,25 0,-25-25,25 0,-25 1,0 24,24-25</inkml:trace>
  <inkml:trace contextRef="#ctx0" brushRef="#br0" timeOffset="24814.4192">14315 794,'0'0,"0"0,25 0,-1 0,1-25,-25 25,25 0,0-25,0 25,-25 0,24 0,1 0,0 0</inkml:trace>
  <inkml:trace contextRef="#ctx0" brushRef="#br0" timeOffset="26094.4925">14240 769,'25'0,"-25"0,25 0,0 0,-25 0,25 0,-1 0,1 0,-25 0,25 0,0 0,0 0,-25 0,0 0</inkml:trace>
  <inkml:trace contextRef="#ctx0" brushRef="#br0" timeOffset="27927.5973">14861 521,'0'0,"0"0,0 25,0 0,24-25,-24 24,0 1,0 0,25 0,-25 24,0 26,25-26,0 26,-25-1,25-24,-25-25,24 0,-24-1,0 1,0 0,0 0,0 0,0-25,0 24,0 1,0-25,-24 50,24-25,0-1,-25 1,0 25,0-50,25 25,0-1,-25 1,1-25,-1 0,25 25,0-25,-25 25,0-25,25 0,-25 0,1 0,-1 0,25 0,-25 0,0 0,0 0,25 0,0 0,-24 0,24-25</inkml:trace>
  <inkml:trace contextRef="#ctx0" brushRef="#br0" timeOffset="33761.9309">11263 10494,'0'0,"0"0,25 0,0 0,-25 0,25 0,0 0,-1 0,-24 0,25 0,0-25,0 25,-25 0,25 0,-1 0,-24 0,25 0</inkml:trace>
  <inkml:trace contextRef="#ctx0" brushRef="#br0" timeOffset="36186.0696">12454 10419,'25'0,"0"0,0 0,-1 0,26 0,-25 0,24 0,26 0,-50 0,24 0,-24 0,0 0,25 0,-26 0,-24 0,50 0,0 0,-26 0,26 0,-25 0,0 0,-1 0,26 0,-50 0,25 0,0 0,-25 0,24 0,1 0,0 0,-25 0,25 0,0 0,0 0,-25 0,24 0,1 0,-25 0,25 0</inkml:trace>
  <inkml:trace contextRef="#ctx0" brushRef="#br0" timeOffset="63795.6489">5681 17564,'0'0,"0"0,0 0,0-25,25 25,0 0,0 0,0-25,-1 25,51 0,-1 0,1-25,-1 25,-24 0,-1 0,26 0,-50 0,24 0,1 0,-25 0,24 0,-24 0,-25 0,25 0,0 0,49 0,25-25,75 25,-50 0,99 0,-24 0,24 0,0-24,-24 24,24 0,-99 0,50 0,-25 0,-25 0,-25 24,0 1,-24 0,-26 0,-24 0,0-25,0 24,74-24,99-74,26 49,-51 0,1 1,49 24,-24 0,24 0,25 0,-25 0,-24 0,-26 0,1 0,-25 0,-75 0,1 0,-26 0,-24 0,0 0,0 0,0 0,-25 0,49 0,-24 0,0 0,0 0,0 0,-1 0,1 0,0 0,-25 0,25 0</inkml:trace>
  <inkml:trace contextRef="#ctx0" brushRef="#br0" timeOffset="72743.1606">13992 2357,'0'-25,"0"25,0 0,0 0,0 25,0-25,25 25,25-1,-25 26,-25-50,49 25,-24 24,0-24,-25-25,25 25,-1 0,-24 0,0-25,0 0,25 24,-25 1,25 0,-25-25,25 0,-25 25,0-25,0 25,25-25,-1 0,1 0,-25 0,0-25,0 25,0-25,0 0,0 0,0 25,0-49,0-1,25 25,-25-24,0 24,0 0,25-24,-25 24,0 0,0 0,0-25,25 50,-25-49,0 24,0 0,0 0,0 1,0 24,0-25,0 0</inkml:trace>
  <inkml:trace contextRef="#ctx0" brushRef="#br0" timeOffset="73828.2227">14737 2208,'24'0,"-24"0,0 0,25 0,0 0,0-25,0 25,-1-25,1 25,0-25,0 25,0 0,-1 0,-24-24,25 24,0 0,-25-25,0 25,25 0</inkml:trace>
  <inkml:trace contextRef="#ctx0" brushRef="#br0" timeOffset="74911.2846">14811 2506,'0'0,"0"0,25 0,-25-25,25 25,-1 0,-24-25,50 25,-25 0,0 0,-1 0,1 0,0 0,0 0,0 0,-25 0,25 0,-1 0,-24 0,25-25,0 25,0 0</inkml:trace>
  <inkml:trace contextRef="#ctx0" brushRef="#br0" timeOffset="77227.417">15506 1885,'0'0,"24"0,-24 0,25 0,0 0,0-24,-25 24,25 0,24 0,-49 0,25 0,25 0,-50 0,25 0,-1 0,-24 0,25 0,-25 24,25-24,-25 25,0 0,0-25,0 25,0 0,0-1,0-24,0 25,-25 0,25 0,0-25,0 0,-25 0,25 25,-24-25,24 24,0-24,-25 0,25 0,0 0,0 0,25 0,-25-24,24 24,-24 0,25 0,0 0,0 0,-25 0,0 24,25-24,-1 25,1 0,-25 0,0-25,0 25,0-1,0 1,0-25,0 25,0 0,0-25,0 25,0 0,0-1,-25 1,1 25,24-25,-50-25,25 24,0 1,25 0,-24-25,-1 0,25 25,0-25,-25 0,0 0,25 25,-25-25,25 0,0 0</inkml:trace>
  <inkml:trace contextRef="#ctx0" brushRef="#br0" timeOffset="78085.4661">16200 2133</inkml:trace>
  <inkml:trace contextRef="#ctx0" brushRef="#br0" timeOffset="79759.5619">16647 1662,'0'25,"0"-25,0 50,0-26,-25 1,25-25,0 25,-25 0,25-25,0 49,0 1,0-25,-25 24,25 1,0-25,0 0,0-1,0 1,0 0,0 0,0 0,0-1,0 1,0 0,0 0,0 0,0 0,25-25,-25 24,25-24,-25 0,0 25,25-25,0 0,-1 0,-24 0,50 0,-25-25,-25 1,25 24,0-25,-1-25,-24 25,0 0,25-24,-25 24,25-25,-25 1,0 49,0-25,0-25,0 50,0-49,0 24,0 0,0 0,0 1,0 24,0-25,0 0,0 25,-25 0,0-25,1 25,24 0,-25 0,0 0,25 0,0 0,0 0,-25 0</inkml:trace>
  <inkml:trace contextRef="#ctx0" brushRef="#br0" timeOffset="81218.6454">17317 1612,'-25'25,"0"0,25-25,0 0,-25 25,25 0,-25-25,25 25,-24-25,24 0,0 24,-25 1,25-25,-25 25,25 0,0 0,0-25,-25 24,25 1,0 0,0 0,-25 0,25-1,0 1,-24 0,24 0,0-25,0 25,0 24,0-49,0 25,24 0,-24-25,25 25,-25-1,25-24,0 0,-25 0,25 0,-1 0,-24-24,25 24,-25-25,0 0,0 25,0 0,0-25,0 0</inkml:trace>
  <inkml:trace contextRef="#ctx0" brushRef="#br0" timeOffset="83770.7914">17466 1786,'0'0,"0"25,0-25,0 25,0 0,0-25,0 24,0 1,0 0,0-25,0 50,0-1,0-24,0 25,0-26,0 26,0-25,0 0,0-25,0 24,0 1,0-25,0-25,0 25,0-24,0-1,0 0,0 25,0-25,0-24,0 49,0-50,0 0,24 26,-24-51,25 26,0-26,0 50,-25 1,25-26,-25 50,0 0,0-25,24 25,1 0,-25 0,25 0,-25 25,0 0,0-25,0 0,0 25,0-1,0 1,0-25,0 25,0 0,0 0,0 24,0 1,0-25,0 24,0 1,0-50,0 49,0-24,0-25,0 25,0 0,0 0,0-25,0-25,0 0,0 25,0-25,0 0,0 25,0-24,0-26,0 25,0-24,0-26,25 1,-25 49,0-25,0 1,25 24,-25 0,24 0,-24 0,25 25,0 0,-25 0,0 25,0 0,0-25,0 25,0 0,25-25,-25 25,0-1,0 1,0-25,0 50,0-1,0-24,0 25,0-25,0 24,0 1,0-50,0 25,0-1,0 1,0-25,0 25,0 0,0 0</inkml:trace>
  <inkml:trace contextRef="#ctx0" brushRef="#br0" timeOffset="84962.8596">18185 1464,'0'0,"0"0,0 24,0 1,0 0,0-25,0 25,0 24,0 1,0 25,-25-1,0 25,25 0,-24 1,-1-51,25 1,-25 24,25-24,-25-25,25 0,0-1,0-24</inkml:trace>
  <inkml:trace contextRef="#ctx0" brushRef="#br0" timeOffset="86904.9706">18557 1737,'0'0,"0"0,-25 0,1 0,-1 0,25 0,-25 0,0 24,25 1,-25 0,0 0,1 0,24-25,-25 49,0-24,0-25,25 25,0 0,0-1,-25-24,25 0,0 25,0-25,0 0,25 0,0 0,-25 0,25 0,0 0,-1 0,-24 0,25 0,0 0,0 0,-25 0,25 25,0-25,-25 25,24-25,-24 25,0-1,0-24,0 25,-24 0,-1 0,25-25,0 0,-25 0,25 25,-25-1,0 1,25-25,-25 0,1 25,-1 0,25-25,0 0,-25 0,0 0,25 25,0-25,-25 0,25 25</inkml:trace>
  <inkml:trace contextRef="#ctx0" brushRef="#br0" timeOffset="96326.5095">16200 2183,'0'0,"25"0,-25 25,0-25,0 25,0-1,0 1,0-25,0 0,-25 0,0 0,25 0,0 0,0-25,0 1,0 24,0-25,0 25,0-25,25 0,0 25,-25 0,0 0,0 25,0 0,0-25</inkml:trace>
  <inkml:trace contextRef="#ctx0" brushRef="#br0" timeOffset="99468.6892">17317 1761,'0'25,"-25"0,25 0,-25-25,25 25,0-25,0 24,0 1,-25-25,25 25,-25 0,25-25,0 25,0-1,0 1,-24 0,24 0,-25 0,25-1,0 1,-25 0,25-25,0 25,0 0,0-1,0-24,-25 25,25 0,0 0,0-25,0 25,0 0,0-25,0 24,0 1,0 0,0-25,0 25,0 0,0-25,0 24,0-24,25 0,-25 25,25-25,-25 0,25 0,-1 0,1 0,-25 0,25 0,0 0,0 0,-25 0,0 0,0 0,0-25,24 25,-24-24,0-1</inkml:trace>
  <inkml:trace contextRef="#ctx0" brushRef="#br0" timeOffset="141041.067">13322 8633,'-24'0,"24"-25,0 25,-25 0,0 0,25 0,-25 0,0 0,1 0,24 0,-25 0,-25 0,50 0,-25 0,1 0,-1 0,0 0,0 25,0-25,25 0,-24 25,-26 0,50-1,-25 1,-25 0,26 0,24 0,-25-25,0 24,0 1,25 0,0-25,-25 25,1 0,24-25,-25 24,25 1,0 0,0-25,0 0,0 25,0 0,0 0,0-25,0 49,0 1,25-25,-1 24,1-24,0 0,-25 0,50 24,-26-24,1-25,-25 0,0 25,25 0,0-25,-25 0,25 24,0-24,-1 0,-24 25,0-25,25 0,0 0,-25 25,25-25,0 0,-1 0,1 0,-25 0,25 0,0 0,-25 0,25 0,-1 0,1 0,-25 0,25 0,0 0,0 0,-25-25,24 0,1 25,-25 0,0-24,25-1,0 25,0-25,-25 0,0 0,0 25,25-24,-25-1,24 0,-24 0,25 0,-25 1,0 24,0-25,0-25,0 50,0-49,0 24,0-25,0 25,0 0,0-24,0 24,0 0,0 0,0 1,-25-1,1 25,24-25,-25 0,25 25,-25-25,0 1,25-1,-25 25,0-25,25 25,-24-25,-1 25,25-25,-25 25,25 0,-25 0</inkml:trace>
  <inkml:trace contextRef="#ctx0" brushRef="#br0" timeOffset="147229.4209">13620 9005,'0'-25,"0"25,0-25,0 25,0-24,25 24,0 0,-25 0,25 0,24 0,-49 0,25 0,0 0,0 0,-1 0,1 0,0 0,-25 0,25 0,0 0,0 0,-25 0,24 0,1 0,-25 0,25 0,0 0,0 0,-25 0,24 0</inkml:trace>
  <inkml:trace contextRef="#ctx0" brushRef="#br0" timeOffset="148707.5055">14017 8757,'0'0,"25"0,-25 0,25 0,0 0,-25 0,0 0,24 25,1 0,0-1,-25-24,25 0,0 25,-25 0,24-25,1 0,-25 25,25 0,-25-25,0 24,25-24,-25 25,0 0,25-25,-25 25,0-25,0 25,0 0,0-25,0 24,0-24,0 25,-25-25,25 25,0-25,0 0,-25 0,25 25,-25-25,25 25,-25-25,25 24,0-24,0 0,-24 0,24 25,-25-25</inkml:trace>
  <inkml:trace contextRef="#ctx0" brushRef="#br0" timeOffset="150875.6295">14687 8658,'0'25,"0"-25,0 24,0 1,0 0,0-25,0 25,0 0,0-1,-25 1,25 25,0-25,0 24,0 1,0-25,0 24,0-24,0 0,0 0,0 0,0-25,0 0,0 0,0-50,0 50,0-50,0 26,0-1,0-25,0 25,0-24,0 24,0 0,0-25,25 26,-25 24,0-50,0 25,0 25,25-25,-25-24,25 49,-25-25,24 25,-24-25,0 25,25 0,-25 0,0 25,25-25,-25 25,0-25,0 25,0-25,25 24,-25 1,0 0,0-25,25 25,-25 0,0-1,0-24,0 25,0 0,0 0,0 0,0-1,0 1,0 0,0 0,0 0,0-25,0 25,0-1,0-24,0 25,24-25,-24 25</inkml:trace>
  <inkml:trace contextRef="#ctx0" brushRef="#br0" timeOffset="151949.691">14637 8931,'25'0,"0"0,-25 0,25 0,0 0,-1 0,-24 0,25 0,0 0,-25 0,25 0,0 0</inkml:trace>
  <inkml:trace contextRef="#ctx0" brushRef="#br0" timeOffset="154679.8471">14960 8831,'0'0,"0"25,0-25,25 25,-25 0,0-25,0 49,0-24,0-25,0 25,0 0,0 0,0-25,0 25,0-1,24-24,-24 0,0-24,0 24,0-25,0 0,0 0,0 25,0-25,25-24,-25 49,25-25,-25 0,0 0,25 25,-25-25,0 1,25 24,0 0,-1 0,-24 0,25 0,-25 0,0 0,0 24,0-24,0 25,0 0,0 0,0-25,0 25,0-1,0 1,0-25,0 25,0 0,0-25,0 25,0 0,25-25,-25 0,0-25,0 25,0-25,25 0,-25 25,0-25,0 0,0 1,0 24,0-25,0 0,0 0,0 25,25-25,-1 1,-24 24,0-25,0 25,25 0,0 0,-25 0,0 0,25 25,-25-1,0-24,0 25,0 0,0 0,25-25,-25 25,0-1,0 1,0-25,0 25,0 0,0-25,0 25,0 0,0-1,24-24</inkml:trace>
  <inkml:trace contextRef="#ctx0" brushRef="#br0" timeOffset="156314.9407">15580 8782,'0'0,"0"0,0 25,0-1,0-24,0 50,0 0,0-26,0 26,0 0,0-50,0 49,0-24,0-25,0 25,0 0,0-25,0 25,0-1,0-24,0-24,0 24,0-25,0 0,0 25,0-74,0 24,0 0,0-24,0-1,0 26,0-1,0 1,0 24,0 0,0 0,0 0,0 1,25 24,-25-25,0 25,25 0,-25 25,0-25,0 0,0 24,25 1,-25 0,24-25,-24 25,0 0,0-25,0 24,25 1,-25 0,0-25,0 25,0 0,0-1,0-24,0 25,0 0,0-25,0 25,0 0,0-1,0-24,-25 0,25 25,-24 0,24-25,0 25</inkml:trace>
  <inkml:trace contextRef="#ctx0" brushRef="#br0" timeOffset="157676.0185">15803 8980,'25'0,"-25"0,0 0,25-25,0 1,-25-1,25 0,-1 0,1 0,0 1,-25-1,0-25,25 50,-25-25,25-24,-25 49,0-50,0 25,24 1,-24-26,0 25,0 0,0 1,0-1,0 25,0-25,0 0,0 0,0 25,0-25,-24 1,24 24,-25 0,25-25,0 25,-25 0,25 0,0 0,-25 0,25 25,0-1,0-24,0 0,0 25,0 0,0 0,0-25,0 25,0 0,0-1,0 26,0-25,0 0,0-1,0 26,0-50,0 50,0-26,0-24,0 25,0 0,0 0,0-25,0 0,0 25,0-25,0 24,25-24,-25 0,0 0,25 0</inkml:trace>
  <inkml:trace contextRef="#ctx0" brushRef="#br0" timeOffset="158704.0773">16250 8509,'0'0,"0"0,0 25,0 0,0-1,0-24,0 25,0 0,0 0,0 0,0-1,0-24,0 25,0 0,0 0,0-25,0 25,0-1</inkml:trace>
  <inkml:trace contextRef="#ctx0" brushRef="#br0" timeOffset="159596.1283">16300 8360</inkml:trace>
  <inkml:trace contextRef="#ctx0" brushRef="#br0" timeOffset="160789.1966">16473 8236,'0'0,"0"0,0 25,0 0,0-25,0 49,0 1,0-25,0 49,0-24,0-25,0 24,0-24,0-25,0 50,0-26,0-24,0 25,0 0,0 0,25-25,-25 0,0 25,25-1,-25-24,0 25,0 0,25-25,-25 25,24-25,1 0,-25 0,25 0,0 0,-25 0</inkml:trace>
  <inkml:trace contextRef="#ctx0" brushRef="#br0" timeOffset="162001.2659">16424 8608,'0'0,"24"0,-24 0,25 0,0-25,0 25,0-24,24 24,-49 0,25 0,0-25,0 25,-25 0</inkml:trace>
  <inkml:trace contextRef="#ctx0" brushRef="#br0" timeOffset="163823.3701">16945 8534,'-25'0,"25"0,-25 0,25 25,0-1,0-24,0 25,0 0,0 0,0 24,0 1,0-25,0 24,25 1,-25-25,25 0,-25-1,24-24,-24 25,0-25,25 0,0 0,-25 0,0 0,0 0,0-25,0 1,25 24,-25-25,0 0,0 0,0 25,0-49,25 24,-25 25,0-25,0 0,0 0,0 1,0-1,0 0,0 25,0-25,0 0,0 25,0-24,0-1,0 25,0 25,0-25,24 24,-24 1,0-25,0 25,0 0,0 0,0-25,0 24,0 1,25 0,-25-25,0 25,25 0,-25-25,0 24,25-24,-25 25,0 0,0-25,0 0,25 0</inkml:trace>
  <inkml:trace contextRef="#ctx0" brushRef="#br0" timeOffset="165883.4879">17565 8509,'0'-25,"0"25,0 0,-25-25,0 25,0 0,1 0,-1 0,25 0,-25 0,0 0,25 25,-25-25,25 0,0 25,0 0,0 0,-25-25,25 49,-24-24,24-25,0 25,0 0,0-25,0 24,0 1,0 0,0-25,0 25,0 0,0-1,0-24,0 25,24-25,-24 25,25-25,0 0,0 0,-25 0,25 0,-25 0,25 0,-25-25,24 25,-24-25,0 1,0-1,25 0,-25-25,0 50,0-74,0 24,0 1,0-26,0 1,0 49,0-25,0 1,0 24,0-25,0 26,0-1,0 0,0 0,-25 25,25-25,0 1,-24 24,24-25,0 25,0 0,0 0,0 25,0-1,0-24,0 50,0-25,0 0,0 24,0 26,0-51,0 26,0 0,0-25,24 24,-24 1,0-50,0 49,25 1,-25-50,0 25,25 24,-25-49,0 25,0 0,0 0,0-25,0 25,25-25,-25 24,0-24,0 25,25-25,-25 25</inkml:trace>
  <inkml:trace contextRef="#ctx0" brushRef="#br0" timeOffset="167687.5911">17714 8658,'0'0,"24"0,1-25,-25 25,25 0,0-25,0 25,-25-25,49 25,-24 0,-25-24,0 24,0-25,25 25,-25-25,25 25,-25 0,25-25,-25 0,0 25,0-24,0-1,0 0,0 25,-25 0,0 0,25 0,-25 0,0 0,0 0,25 0,0 0,-24 0,24 25,0 0,-25-25,25 0,0 24,0-24,0 25,0-25,-25 25,25 25,0-50,-25 24,25 1,0 0,0-25,-25 25,25 0,0-1,0 1,0 25,0-50,0 49,0-24,0 0,25 0,-25 0,25-25,-25 0,0 0,0 24,25-24,-25 25,25-25,-25 25,24-25,1 0,0 0,-25 0,25 0</inkml:trace>
  <inkml:trace contextRef="#ctx0" brushRef="#br0" timeOffset="196903.2622">26173 7045,'25'50,"0"0,25-1,-26 26,1-26,25 1,-50-25,25 24,-1-24,1 0,-25-25,25 25,-25-1,0-24,25 0,-25 0,25 0,-25-24,0 24,0 0,25-50,-1 25,26 0,24-49,1 0,-26-1,51-49,-26 50,25-26,1-24,-26 25,0 25,1-1,-26 1,1-1,0 26,-25 24,-25 0,24 0,1 1</inkml:trace>
  <inkml:trace contextRef="#ctx0" brushRef="#br0" timeOffset="203516.6404">25603 12801,'25'0,"-25"0,49 0,-24 49,25-24,-26 25,26-26,-25 26,25-25,-26 24,-24-49,0 0,0 25,25-25,-25 25,25-25,0 0,-25-25,0 25,0-25,25-24,24-1,1 1,-1-51,1 26,24 0,-24 24,0-24,-26 24,26-25,-25 75,25-49,-50 24,0 25,24-25,-24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36:48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12901 7169,'0'25,"25"-25,-1 25,1-25,-25 0,0 25,25-25,0 0,-25 0,25 0,-1 0,-24 0,25 0,0-25,0 0,0 0,-1 1,-24-26,25 50,25-25,-50 0,25-24,-25 49,24 0,1-25,-25 0,0 25,0 0,0-25</inkml:trace>
  <inkml:trace contextRef="#ctx0" brushRef="#br0" timeOffset="5153.2948">13719 9625,'0'0,"25"0,0 25,0 0,-25 0,0-25,25 0,-25 24,24-24,-24 0,25 0,-25 0,25 0,-25-24,25-1,-25 0,0 25,25-25,-25 0,0 1,25 24,-25 0,0-25,24 0,-24 25</inkml:trace>
  <inkml:trace contextRef="#ctx0" brushRef="#br0" timeOffset="6661.381">13198 11932,'0'0,"0"0,0 25,0 0,0 0,25-25,-25 25,0-1,0-24,25 0,0 0,-25 0,25-24,-25 24,0-25,24-25,1 25,25-24,-25-1,24 1,-49-1,50 25,-25-25,24 26,-24-26,25 0,-50 50,0-24,25-1,-1 0,-24 25,0 0</inkml:trace>
  <inkml:trace contextRef="#ctx0" brushRef="#br0" timeOffset="21452.227">28406 6723,'0'0,"0"0,0 25,0-1,0 1,0-25,0 25,0 25,0-1,25 1,0-1,0 26,-25-50,0 0,0 24,24-49,-24 25,0 0,25-25,0 0,-25 0,25 0,-25-25,25 25,-1-25,26-24,0-26,-1 1,26-1,-1 1,25-1,1-24,-26-25,0 25,-24 0,25 24,-26 1,1-1,-25 26,-1 24,1 25,-25 0</inkml:trace>
  <inkml:trace contextRef="#ctx0" brushRef="#br0" timeOffset="30467.7427">15233 1637,'0'-25,"0"25,0 0,25 0,-25 0,24 0,1 0,-25 0,25 0,-25 0,25 0,0 0,-1 0,-24 0,25 0,0 0,-25 0,25 0,0 0,-1 0,1 0,0 0,0 0,-25 0,25 0,0 0,-1 0,-24 0,25 0,0 0,0 0,24 0,-24 0,0 0,25 0,-26 0,1 0,25 0,-25 0,24 0,1 0,-1 0,1 0,0 0,-25 0,24 0,-24 0,-25 0,25 0,0 0,-1 0,-24 0,25 0,0 0,0 0,0 0,49 0,-24 0,-1 0,51 0,-1 0,-25 0,1 0,-1 0,-24 0,24 0,-49 0,74 0,-24 0,49 0,-25 0,0 0,25 0,-49 0,-1 0,25 0,-24 0,24 0,-50 0,51 0,-26 0,1 0,-26 0,1 0,24 0,1 0,-26 0,26 0,24 0,0 0,-49 0,24 0,1 0,-51 0,51 0,-26 0,51 0,-1 0,-25 0,75 0,-25 25,25-25,-99 0,49 0,-25 0,-49 0,50 0,-1 0,0 0,-49 0,50 0,-26 0,-49 0,25 0,0 0,0 0,-25 0,25 0,-1 0,1 0,-25 0,25 0,25 0,-26 0,26 0,0 0,-1 0,26 0,49 0,-25 0,0 0,0 0,-24 0,-1 0,1 0,-26 0,-24 0,25 0,-25 0,-25 0,24 0</inkml:trace>
  <inkml:trace contextRef="#ctx0" brushRef="#br0" timeOffset="58215.3297">15282 1637,'0'-25,"0"25,0-24,0-1,0 25,25 0,-25-25,0 0,25 0,-25 25,0-24,0-1,0 0,0 25,25-25,-25 0,25 1,-25-1,24 0,-24 0,0 0,0 1,25-1,-25 25,0-25,25 0,-25 25,25-49,-25 24,0 0,25-25,-25 25,24 25,-24-49,0 24,25 0,-25 25,25-49,-25 24,0 25,25-25,0 0,-25 25,0 0,25 0,-1 0,1-25,-25 25,25 0,0 0,0 0,-25 0,24 0,1 0,-25 0,0 0,25 0,-25 0,25 0,-25 25,25-25,-25 25,0-25,0 0,24 0,-24 25,25-25,-25 25,0-1,25 1,-25 0,25 0,0 0,-25 24,24-49,-24 50,0-25,0-25,0 25,25-1,-25 1,0-25,25 25,-25 0,0 0,0-25,0 24,0 1,25-25,-25 25,0 0,25 0,-25-25,24 24,-24 1,0 0,0-25,0 25,0 0,0-25,0 24,0 1,0 0,25-25,-25 0,25 25,-25 0,25-25,-25 24,0-24</inkml:trace>
  <inkml:trace contextRef="#ctx0" brushRef="#br0" timeOffset="61398.5118">16225 1588,'0'24,"0"-24,25 0,-25 25,0 0,25 0,-25-25,0 25,0 0,25-1,-1 1,1 0,-25 0,0-25,25 25,0-1,-25 1,0-25,25 25,24 0,-49 0,25-25,0 24,0 1,-25-25,49 25,1 0,-50-25,49 25,1-1,25-24,-51 25,26-25,0 0,-1 25,1-25,-1 0,-24 0,25 0,-1 0,-49 0,50 0,0 0,-50 0,24 0,26 0,-50 0,25 0,0 0,0 0,-25-25,24 25,1-25,-25 1,0-1,25 0,0 0,0-24,-25 49,0-25,24 0,-24 25,0-25,0 0,25 25,-25-24,0 24,0-25,0 0,0 0,0 0,0 1,0-1,0 25,0-25,0 0,0 25,0-25,0 0,0 1</inkml:trace>
  <inkml:trace contextRef="#ctx0" brushRef="#br0" timeOffset="63359.624">16275 1612,'0'0,"25"0,-25 0,24 0,1 0,0 0,0 0,24 0,1 0,0 0,-1 0,-24 0,25 0,24 0,-49 0,25 0,-1 0,-24 0,49 0,-24 0,-25 0,24 0,1 0,-25 0,24 0,-24 0,0 0,0 0,0 0,-1 0,-24 0,25 0,0 0,-25 0,25 0,0 0,0 0,-25 0</inkml:trace>
  <inkml:trace contextRef="#ctx0" brushRef="#br0" timeOffset="71774.1053">21137 3547,'0'0,"25"-24,-25 24,25 0,0 0,-25 0,24 0,1 0,0 0,-25 0,25 0,0 0,0 0,-25 0,24 0,1 0</inkml:trace>
  <inkml:trace contextRef="#ctx0" brushRef="#br0" timeOffset="73834.2231">21981 3671,'25'0,"-25"0,24 0,1 0,0 0</inkml:trace>
  <inkml:trace contextRef="#ctx0" brushRef="#br0" timeOffset="75735.3318">16250 447,'0'0,"0"0,50 0,-50 0,49 0,1 0,-25 0,24 0,26 0,-51 0,51 0,-1 0,26-25,-51 25,50 0,1 0,-26 0,-24 0,24 0,0 0,1 0,-25 0,24 0,0 0,-24 0,0 0,24 0,-24 0,-26 0,26 0,-25 0,-25 0,25 0,0 0,-1 0</inkml:trace>
  <inkml:trace contextRef="#ctx0" brushRef="#br0" timeOffset="76800.3927">17664 198,'25'0,"0"0,-1 0,1 25,25 0,-25 0,24 0,1-25,0 24,-50 1,49 0,-24 0,-25-25,25 25,0-25,-1 25,-24-25,25 0,-25 24,25-24,-25 25,0 0,0-25,0 25,0 0,0-1,0-24,0 25,0 0,-25-25,25 0,-25 25,1-25,24 25,-25-25,25 24,0-24,0 0,-25 0,0 25,25-25,0 0</inkml:trace>
  <inkml:trace contextRef="#ctx0" brushRef="#br0" timeOffset="78319.4796">18508 447,'0'0,"0"0,24 0,-24 24,25 1,-25 0,0-25,25 25,0 0,-25-25,25 24,-25 1,24 0,-24-25,25 25,-25 0,0-25,25 0,0 0,-25 0,0-25,25 25,-25-25,0 0,0 0,0 25,0-24,0-1,24 25,-24-25,0 0,25 0,-25 25,0-24,25 24,-25-25</inkml:trace>
  <inkml:trace contextRef="#ctx0" brushRef="#br0" timeOffset="91206.2166">14761 5805,'0'0,"25"0,-25-25,0 25,25 0,0 0,-25 0,0 0,25 0,-1 0,1 0,-25 0,25 25,-25 0,25-25,0 25,-25-1,0 1,0-25,0 25,0 25,0-50,0 24,0 1,0 0,0 0,0 0,0-1,-25-24,25 25,-25 0,25-25,0 0,0 25,-25 0,25-1,-25-24,25 0,0 0,0 0,25 0,-25-24,0-1,0 25,0 0,25 0,-25-25,25 25,-25-25,25 25,-25 0,0-25,24 1,-24-1,25 25,-25-25,0 0,0 0,25 25,-25 0,0-24,25 24,-25-25,0 25,25 0,-25-25,0 0,0 25,0-25,0 25,0-24,25 24,-25-25,0 0,0 25,24 0,-24-25,0 0,0 25,0-24,0-1,0 0,0 25,0 25,0 0,-24-25,24 24,0-24,0 25,0-25,-25 0,25 25,0 0,-25-25,25 25,0-25,-25 24,25 1,0 0,0-25,0 25,0 0,0-25,0 24,0 1,0 0,0-25,0 25,0 0,0-1,0-24,0 25,0-25,0 25,0-25,25 25,-25 0,25-25,-25 24,0-24,0 0,0 25,25-25,-25 25,24-25,-24 25,25-25,-25 0,0 0,25 0,0 0</inkml:trace>
  <inkml:trace contextRef="#ctx0" brushRef="#br0" timeOffset="92871.3119">15630 5606,'0'25,"0"-25,-25 25,25 0,-25 0,25-25,-25 25,25-1,0 1,0-25,-25 25,25 0,0 0,-24-1,24 1,0-25,0 25,0 0,0 0,0-25,0 24,0 1,0 0,0-25,0 25,0 0,0-25,0 24,0 1,0 0,0-25,0 25,0 0,0-1,0-24,24 0,-24 25,0-25,25 0,-25 25,25-25,0 0,-25 25,0-25,25 0,0 0,-1 0,-24 0,25 0,0 0</inkml:trace>
  <inkml:trace contextRef="#ctx0" brushRef="#br0" timeOffset="94655.4139">15952 5532,'0'0,"0"25,0-25,0 25,0-1,-25 1,25-25,0 25,0 0,0 0,0-25,0 49,0-24,0 25,0 24,0-49,0 0,0 24,0-49,0 25,0 0,0 0,0-25,0 25,0-1,0 1,0-25,0 25,0-25,0 25,25-25,-25 0,25 0,-25 0,25 0,0 0,-1 0,-24 0,0 0,25 0</inkml:trace>
  <inkml:trace contextRef="#ctx0" brushRef="#br0" timeOffset="95827.481">15754 5879,'25'0,"-25"-24,24 24,1 0,0-25,-25 25,25 0,0 0,-25 0,24 0,1 0,0 0,-25 0,25 0,0 0,-1 0,-24 0,25 0,0 0,-25 0</inkml:trace>
  <inkml:trace contextRef="#ctx0" brushRef="#br0" timeOffset="97176.5582">16399 5507,'0'25,"0"-25,25 50,-1-26,-24 1,0-25,0 50,25-25,0 0,-25-1,25 1,-25-25,0 25,0 0,0 0,0-25,0 24,0 1,0-25,0 25,0 0,0 0,0-25,0 24,0 1,0 0,0-25,0 0,0 25,0 0,0-25,0 24,-25 1,25 0,-25-25,25 0,0 25,0 0,-25-25,25 24,-24-24,-1 25,25 0,0-25,0 0,-25 25,0 0,25-1,-25-24,1 25,-1-25,25 25,0-25</inkml:trace>
  <inkml:trace contextRef="#ctx0" brushRef="#br0" timeOffset="98546.6366">16796 5929,'0'0,"25"0,-25 0,24 0,26 0,-50 0,25 0,24 0,-49 0,50 0,-25 0,-25 0,25 0,-1 0,-24 0,25 0,0 0,0 0,-25 0</inkml:trace>
  <inkml:trace contextRef="#ctx0" brushRef="#br0" timeOffset="99590.6963">16796 6276,'0'0,"0"0,25 0,-1 0,-24 0,25 0,0 0,-25 0,50 0,-26 0,-24 0,50 0,-25 0,-25 0,25 0,-1 0,1 0,-25 0,25 0,0 0</inkml:trace>
  <inkml:trace contextRef="#ctx0" brushRef="#br0" timeOffset="101906.8288">17590 5780,'0'25,"0"-25,0 25,0 24,0-24,0 25,0-1,0-24,0 50,0-26,0 1,0-1,0-24,0 0,0 0,0 0,0-25,0 24,0 1,0 0,0-25,0-25,0 0,0 25,0-24,0-26,0 25,0-49,0-1,0 26,0-26,0 1,0 0,0 24,0-24,0-1,24 1,-24 49,25-25,-25 1,0 49,0 0,25 0,0 0,0 0,-25 0,0 24,24-24,-24 0,25 0,-25 25,0-25,0 25,25 0,0-25,-25 25,25 24,-25-49,0 25,24 25,1-1,-25-24,25 25,-25-1,25-24,-25 25,25-1,-25-24,0 0,0 0,0 0,0-1,0 1,0 0,0-25,0 25,0 0,0-25,0 24,0 1</inkml:trace>
  <inkml:trace contextRef="#ctx0" brushRef="#br0" timeOffset="102872.884">17540 6028,'25'0,"-25"0,25 0,-1-25,-24 25,50 0,-25 0,0-24,-1 24,1 0,0 0,-25 0,25 0,0 0,-25 0,24 0,1 0,0 0,-25-25,25 25,0 0,0 0,-25 0,24 0</inkml:trace>
  <inkml:trace contextRef="#ctx0" brushRef="#br0" timeOffset="104360.9691">18433 5582,'-25'0,"25"0,0 0,-25 0,25 24,-24-24,24 25,0-25,0 25,0 0,-25-25,0 25,25 0,-25-1,25-24,0 25,0 0,0 0,0-25,0 25,0-1,0-24,0 25,0 0,0 0,0-25,0 25,0-1,0 1,0-25,0 25,0 0,0-25,25 0,-25 25,25-25,-25 24,0-24,0 25,25-25,-1 0,-24 0,0 0,25 0,0 0,0 0,-25 0,25 0,0 0,-1 0,-24 0,25 0,0 0</inkml:trace>
  <inkml:trace contextRef="#ctx0" brushRef="#br0" timeOffset="105839.0537">18830 5755,'25'0,"0"0,-25 0,24 0,1 0,-25 0,25 0,0 0,0 0,-25 25,0 0,0-25,0 25,0 0,0-1,0-24,0 25,0 0,0 0,0-25,0 25,0-1,0-24,0 25,0 0,0 0,-25-25,0 25,25-1,-25 1,0-25,25 0,-24 0,-1 0,0 0,25 0,-25 0,0 0,25 0,-24 0,24-25,0 1,-25 24,25-25,-25 25,25-25,0 0,0 25,0-25,0 1,0 24,0-25,0 0,0 0,25 25,-25-25,0 25</inkml:trace>
  <inkml:trace contextRef="#ctx0" brushRef="#br0" timeOffset="107327.1388">19326 5656,'0'0,"-25"0,1 0,24 25,-25-25,0 25,25-25,-25 25,0-1,1-24,24 0,-25 25,25 0,-25 0,25-25,0 25,0-1,0-24,0 25,0 0,0 0,25-25,-25 25,25-25,-1 0,1 0,-25 24,0-24,25 0,0 0,-25 25,0-25,25 0,-1 0,1 0,-25 25,25-25,-25 25,25-25,-25 0,25 0,-25 25,0-1,0 1,0-25,0 25,-25-25,0 25,25 0,-25-25,-24 0,49 0,-25 24,0-24,0 0,25 0,-25 0,1 0</inkml:trace>
  <inkml:trace contextRef="#ctx0" brushRef="#br0" timeOffset="108884.2278">19698 5631,'-24'25,"24"-25,-25 25,0 0,25 0,0-1,-25 1,25 0,-25-25,25 25,0 0,-25-1,25-24,0 25,0 0,0-25,0 25,0 0,0-1,0-24,0 25,0 0,0 0,0-25,0 49,0-24,0-25,0 25,0 25,25-50,-25 24,25 1,-25 0,0-25,25 0,0 25,0-25,-25 0,24 0,1 0</inkml:trace>
  <inkml:trace contextRef="#ctx0" brushRef="#br0" timeOffset="111298.3659">19922 5830,'0'0,"0"0,0 25,0-25,0 24,0 1,0 0,0-25,0 25,0 24,0-49,0 50,0-25,0-25,0 25,0-1,24 1,-24-25,0 25,25-25,-25 25,0-25,25 0,-25 25,0-1,0-24,0 25,25-25,0 0,-25 0,24 0,-24-49,0 49,0-25,0 0,0 0,0 25,0-25,0 1,0 24,0-25,0 0,25 25,-25-25,0 25,0-25,0 1,0-1,0 25,25 0,-25-25,0 0,0 25,0 25,0-25,0 25,0 0,0-1,0-24,0 25,0 0,0 0,0 0,25 24,0-24,-25 25,24-26,-24 1,25 0,-25 0,0 0,0-25,25 0,0 0,-25 0,0 0,25 0,-25-25,0 0,0 25,25-25,-25-24,0 24,24-25,-24 1,0 24,0-25,25 1,-25-1,0 0,0 26,0-1,0 0,0 0,0 0,0 25,0-24</inkml:trace>
  <inkml:trace contextRef="#ctx0" brushRef="#br0" timeOffset="112224.4189">20691 5433,'0'0,"0"0,0 49,0-24,0 0,0 49,0-24,0 0,0 24,0-24,24 24,-24-49,0 49,0-24,0 0,25-1,-25 1,0-25,0 24,0-24,0-25,0 25,0 0</inkml:trace>
  <inkml:trace contextRef="#ctx0" brushRef="#br0" timeOffset="113238.4769">20591 5805,'25'0,"0"0,-25 0,25 0,0 0,-25-25,24 25,1 0,0 0,0-25,-25 25,25 0,0 0,-1 0</inkml:trace>
  <inkml:trace contextRef="#ctx0" brushRef="#br0" timeOffset="114440.5456">20889 6003,'0'-24,"25"24,25-25,-26 25,1 0,25-25,24 25,-49 0,25 0,-26 0,1 0,25 0,-50 0,25 0,0 0,-1 0,-24 0,25 0,0 0,0 0,-25 0,25 0,-1 0,-24 0,25 0,0 0</inkml:trace>
  <inkml:trace contextRef="#ctx0" brushRef="#br0" timeOffset="115269.5931">21236 5706,'0'25,"0"-1,0-24,0 25,0 0,0 0,0 0,0 24,-24-49,24 25,0 25,0-50,0 49,0-24,0-25,0 25,0 0,0-1,0-24,0 25,0 0,0-25,0 25,0 0</inkml:trace>
  <inkml:trace contextRef="#ctx0" brushRef="#br0" timeOffset="117919.7446">21956 5656,'0'0,"0"0,-25 0,25 0,-25 0,25 0,-25 25,1-25,24 25,0-25,-25 0,25 25,-25-1,25-24,0 25,-25 0,25 0,0-25,0 25,-25-1,25 1,-24-25,24 25,0 0,0-25,0 25,-25-1,25 1,0-25,0 25,0 0,0 0,0-25,0 24,0 1,25-25,-1 25,-24 0,25-25,0 25,0-25,-25 0,25 0,-1 0,1 0,-25 0,0 0,25 0,-25 0,25 0,-25-25,0 0,25 25,-25-25,25 0,-25 25,0-24,0-1,24 25,-24-25,0 25,0-25,0-24,0 49,0-50,0 25,0 0,0-24,0 24,0 0,0-24,-24-1,24 50,-25-50,0 25,25 1,0-1,0 0,-25 25,25-25,0 0,-25 25,25-24,-25 24,25 0,0 0,-24 0,-1 0,25 0,0 24,0 1,0-25,0 25,0 25,0-50,0 49,0 1,0-25,0 24,0 1,0-50,0 50,0-26,25 51,-25-26,24 1,-24 0,25-1,-25-24,0 0,25 0,-25-1,0 1,0-25,0 25,0 0,0-25,0 25,0-1,25-24</inkml:trace>
  <inkml:trace contextRef="#ctx0" brushRef="#br0" timeOffset="120057.8669">22229 5383,'0'25,"0"0,0 0,25-25,-1 24,-24 26,0-25,25 24,-25 1,25-50,-25 50,25-1,-25-24,0 0,25 25,-25-50,0 24,0 26,0-50,0 25,0 0,0-1,0-24,0 25,0 25,-25-50,0 25,25 24,0-49,0 25,-25 0,0-25,25 25,-24-1,-1 1,0-25,25 25,0 0,-25 0,0-25,1 0,24 24,0-24,0 25</inkml:trace>
  <inkml:trace contextRef="#ctx0" brushRef="#br0" timeOffset="122373.9994">15828 6996,'0'0,"-25"0,-24 0,24 0,-25 24,-24-24,24 25,25 0,1 0,-1-25,0 0,25 0,-25 25,0-25,25 25,0-25,0 24,0 1,0-25,25 25,-25-25,25 0,25 0,-50 0,49 25,1-25,-25 0,24 25,1-1,-25-24,24 25,1 0,-25-25,-25 0,25 25,-25 0,24-25,-24 24,0-24,0 25,0 0,0-25,0 25,0 0,0-1,-24-24,24 50,-25 0,-25-1,1-49,-1 50,50-25,-50 0,26-1,-1-24,0 0,0 25,0-25,25 25,-25-25,1 0,24 0,-25 0</inkml:trace>
  <inkml:trace contextRef="#ctx0" brushRef="#br0" timeOffset="123546.0664">16324 6921,'0'0,"0"0,0 25,0-25,0 25,0 0,0-1,0-24,0 25,0 25,0-25,0 24,0 1,0-25,-24 24,24 26,0-50,0 24,-25 1,25-50,0 49,0-24,0-25,0 25,0 0,0 0</inkml:trace>
  <inkml:trace contextRef="#ctx0" brushRef="#br0" timeOffset="124886.1431">16647 6996,'0'0,"0"24,0-24,-25 50,25 0,0-25,-25 49,25-24,-25-26,25 26,0 0,0-26,0 26,0-25,0-25,0 25,0-1,0 1,0-25,0 25,0 0</inkml:trace>
  <inkml:trace contextRef="#ctx0" brushRef="#br0" timeOffset="125687.1889">16275 7417,'25'0,"-1"0,-24 0,25 0,0 0,0 0,24-24,1 24,-25 0,24 0,1-25,0 25,-50 0,24 0,1 0,-25 0,25 0,0 0</inkml:trace>
  <inkml:trace contextRef="#ctx0" brushRef="#br0" timeOffset="126721.2481">16945 7045,'0'0,"0"0,0 25,0 0,0 0,0-25,0 25,0 24,0-24,0 25,0-26,0 1,0 0,0 0,0-25,0 25,0-1,0 1,0-25,0 25,0 0,0 0,0-25,0 24,0 1,0-25,0 25,0 0,0 0</inkml:trace>
  <inkml:trace contextRef="#ctx0" brushRef="#br0" timeOffset="127773.3082">16994 7145,'0'0,"25"0,0 0,0 0,-25 0,24 24,1-24,0 25,-25 0,25 0,0-25,-1 0,-24 25,25-1,-25 1,25-25,-25 25,25 0,0-25,-25 0,24 0,-24 25,0-25,0 24,25-24,-25 25</inkml:trace>
  <inkml:trace contextRef="#ctx0" brushRef="#br0" timeOffset="128739.3635">17466 6996,'0'0,"0"0,0 24,0 1,0-25,0 25,0 0,-25 0,25-25,0 25,0-1,-25-24,25 50,-25-25,25 0,-25-1,25 1,0-25,0 25,0 0,0 0,0-25,0 24</inkml:trace>
  <inkml:trace contextRef="#ctx0" brushRef="#br0" timeOffset="129785.4233">17540 6996,'0'0,"0"0,25 0,-25 24,0 1,25-25,-25 0,0 25,24 0,-24-25,0 50,0-26,0 1,0 25,25 24,0 1,-25-26,25 26,-25-26,0 1,25-1,-25 1,0 0,0-50,0 25,0-1,0-24,0 25</inkml:trace>
  <inkml:trace contextRef="#ctx0" brushRef="#br0" timeOffset="140168.0172">15927 8831,'0'0,"0"0,0 25,0 25,0-25,0 49,0-24,0 49,25-49,-25 74,0-25,25-25,-25 25,0-24,25-26,-25 1,0 25,0-1,25-24,-25 24,0 0,24 1,-24-26,0 26,0-26,25 1,-25-25,0 25,0-26,25 1,-25 0,0 0,0-25,0 25,0-1,0-24,0 25</inkml:trace>
  <inkml:trace contextRef="#ctx0" brushRef="#br0" timeOffset="142218.1343">16051 9873,'0'0,"0"0,25 0,0 0,25 0,24 0,25 0,25 0,0-24,50 24,-25-25,-25 25,50 0,-1 0,-49 0,50 0,-25 0,25 0,-50 0,0 0,-50 0,25 0,-49 0,24-25,-24 25,0-25,-26 25,1 0,25 0,24 0,25 0,1 0,73 0,-49 0,0-25,25 25,25-49,-50 49,0 0,-25 0,0 0,1 0,-26 0,-49 0,25 0,-1 0,-49 0,25 0,0 0,0 0,-25 0,0 0</inkml:trace>
  <inkml:trace contextRef="#ctx0" brushRef="#br0" timeOffset="148131.4727">15952 9501,'0'-25,"0"25,0 0,0-24,0-1,0 25,0-25,0 25,25-25,-25 0,0 1,0 24,25-25,0-25,-1 50,1-25,0 1,0-1,-25 25,25 0,-1 0,1 0,-25 0,25 0,0 0,0 0,-25 0,25 25,-1-1,-24-24,0 25,25 0,0 0,-25 0,25-1,-25 1,25 25,-25-1,24 1,-24 0,0-1,0-24,0 0,0 0,0-1,0-24,0 25,0 0,0 0,0-25,0 0,-24 0,24 25,-25-25,25 0,-25 0,25 0,-25 0,25 0,-25-25,25 0,0 25,0-25,0 25,0-25,-24 1,24-1,0 0,0 0,0 0,0 25,0-24,0-1,0 25,0-25,0 0,0 0,0 1,0-1,24-25,1 25,0 1,0-1,0 0,-1 25,1-25,-25 25,25 0,25 0,-50 0,24 0,1 0,0 0,-25 0,25 0,24 25,-49 0,25 0,0-25,0 24,-25 1,0 0,0-25,0 25,0 0,0-25,0 24,0 1,0 0,0-25,0 25,0-25,0 25,-25-1,0-24,25 0,0 0,-25 0,1 0,24 0,0-24,0-1,0 25,0-25,0 0,0 0,0 25,24-49,-24 24,50 0,0-24,-1-1,1 0,-25 26,24-1,1 0,0 0,-26 25,1-25,25 25,-25-24,24 24,-24 0,-25 0,50 0,-26 0,-24 0,25 0,0 0,0 24,-25-24,25 25,0 0,-25 0,0-25,0 25,0-1,0 1,0 0,0 0,0 0,0 24,-25 1,0-1,0-24,-25 50,26-26,-1 1,-25-1,25-24,-24 0,-1 0,50 0,-49 0,24-25,25 0,-25 0,0 0,25 0,-25-25,25 0,0 25,0-25,0 0,0 0,0 1,0-1,25 0,0-25,25 1,-1-1,-24 1,25 49,-1-50,1 25,-1 0,1 1,0-1,-1 25,-24 0,0 0,25 0,-26 0,26 0,-25 0,24 0,1 0,0 25,-26-25,1 24,0-24,0 0,0 25,0 0,-25 0,0-25,0 25,0-1,0 1,0 25,0-25,0 24,-25 1,-25-25,25 24,25-49,-49 25,24-25,25 25,-25-25,0 0,0 0,25 0,-24 0,-1-25,0 25,25-50,-25 26,0-1,1 0,24-25,0 50,0-49,0 24,0 0,0 0,0 1,24-26,26 0,0-24,-1 24,-24 1,49 24,-24 0,0-24,24 24,-49 0,25 25,-1-25,-24 25,0-25,24 25,-24 0,0 0,0 0,0 0,-1 0,1 0,0 0,0 25,0 0,0-25,24 50,1-26,-1 26,-24-25,0 0,0-1,-25 1,25-25,-25 25,0 0,0 0,0-25,0 24,0 1,0-25,0 25,-25-25,0 0,25 25,-25-25,0 25,25-25,-24 0,-1 0,0 0,25 0,-25 0,0 0,1 0,24 0,-25 0,0 0,25 0,-25 0,0 0,0 0,25 0,-24 0,24 0,-25 0,25-25,0 25,-25 0,25-25,0 0,0 0,0 25,0-24,0-1,0 0,0 25,0-25,25 0,-25 25,25-24,-25-1,0 0,0 25,24 0,-24-25,25 0,0 1,-25 24,0 0,25 0,0-25,-25 25,25-25,-1 25,1 0,-25 0,25 0,0 0,0 0,-25 0,24 0,1 0,-25 0,25 0,0 0,0 0,-25 25,24-25,1 0,0 25,-25-25,25 24,24 1,-49-25,25 25,-25 0,25-25,0 25,-25-25,0 24,0-24,25 0,-25-24,24 24,-24-25,0 0,0 25,0 0,0-25,0 0,0 25</inkml:trace>
  <inkml:trace contextRef="#ctx0" brushRef="#br0" timeOffset="149284.5386">19028 8980,'0'0,"0"25,0-25,0 25,0 25,0-26,0 26,0 0,0-26,0 26,0 24,0-49,0 25,0-25,0 24,0 1,0-25,0 24,0-24,0 0,0 0,0-1,0-24,0 25,0 0,0 0,0-25,0 25,0 0,0-1,0-24,0 25,0 0</inkml:trace>
  <inkml:trace contextRef="#ctx0" brushRef="#br0" timeOffset="151513.6661">19103 9129,'0'-25,"25"25,0-24,-25 24,49 0,1-25,-1 25,26-25,24 25,-25-25,1 25,-50-25,49 25,-24 0,-1 0,1-25,24 25,-24 0,-25 0,24 0,1 0,-25 0,0 0,-1 0,1 0,0 0,0 0,-25 0,25 0,-25 0,0 50,0 25,-25-51,25 26,-25 24,25-49,0 0,0 25,-25-26,25 1,0 25,0-50,0 49,0-24,0-25,0 25,0 0,0-25,0 25,0-25,0 24,25 1,-25 0,0-25,0 0,0 25,-25-25,25 0,-25 0,-24 0,49 0,-50 0,25 0,-24 25,-26-25,26 0,-1 24,-24-24,-1 0,1 0,24 0,1 0,-26 0,50 0,-24 0,24 0,0 0,0 0,1 0,24 0,-25 0,0 0,0 0,25 0,0 0</inkml:trace>
  <inkml:trace contextRef="#ctx0" brushRef="#br0" timeOffset="153461.7775">19897 9204,'0'0,"-25"0,0 0,0 0,-49 24,0-24,-1 25,25-25,-24 25,24-25,-24 25,49-25,-24 25,24-25,0 0,0 24,-24-24,49 25,-25 0,25-25,0 0,25 0,24 0,1 0,49-25,50 25,25 0,-1-25,1 25,-50 0,-25-24,0 24,1 0,-51 0,1 0,-25 0,-25 0,-25 0,0 0,0 0,-49 0,-1 24,26 1,-51 0,-48 25,48-26,-48 1,73 0,1 0,-1 0,1-1,24 1,1 0,24 0,0 0,-25-25,50 0,0 0,0 0,0-25,25 0,0 25,-25-25,50-24,-26 24,1-25,25 1,-25-1,49-24,1-1,49 1,-75-1,-24 51,0-26,0 50,-25 0,0 0,-25 0,-25 0,25 0,-49 0,0 0,24 25,-25 0,51-25,-26 24,0 1,50 0,-49-25,24 25,25 0,-25-1,0-24,25 0,-24 25,24 0,0 0,24-25,1 0,-25 0,50 25,-25-25,24 24,26-24,-26 25,-24 0,0-25,0 0,0 0,-25 25,0-25,0 25,0-1,0-24,0 0,-25 25,0 25,-25-25,1-1,-26 1,26 0,24-25,0 25,0-25</inkml:trace>
  <inkml:trace contextRef="#ctx0" brushRef="#br0" timeOffset="171987.8372">20046 6574,'24'0,"1"0,-25 0,25 0,0 0,-25 0,49 0,1 0,-25 0,25 0,-1 0,1 0,-1-25,1 25,-25 0,24 0,1 0,-50 0,50-25,24 25,-49 0,25 0,-1 0,-24 0,0 0,0 0,-25 0,0 0,0 0,0 0,-25 0,25 0,-25 0,0 0,0 0,25 0,-49 0,24 0,0 0,0 0,0 0,25 0,-24 0,-1 0,0 0,25 0,-25 0,0 0</inkml:trace>
  <inkml:trace contextRef="#ctx0" brushRef="#br0" timeOffset="178817.2278">8758 15777,'0'0,"0"0,0 25,0 0,0 0,0 49,-25 26,25-51,0 26,0-1,0 0,0-49,0 25,0-25,0-25,0 24,0 1,0 0,0 0,0 0,0 0,0-25,0 24,0 1,0-25,0 25,0-25,0 0,25 0,-25 0,24 0,-24-25,0 0,0 25,25-49,-25 24,25 0,0-25,0-24,0 0,-25 49,24-50,1 26,0 24,0 0,-25 0,25 1,-25-1,0 25,0-25,0 0,0 25,24-25,-24 1,0-1,0 25,25 0,-25-25,0 25,0 0,0 25,0 24,0-49,0 75,25-26,0 1,-25 24,25-24,-1 0,-24-26,25 26,-25-25,25 0,0-1,-25 1,0 0,25-25,-1 0,1 0,-25 0,0 0,25 0,-25-25,0 0,0 25,25-24,-25-26,0 25,25-24,-25-1,0 25,0-49,25 24,-25 25,24-49,-24 24,0 1,0 49,25-50,-25 0,0 50,0-24,0-26,0 50,0-25,0 0,0 25</inkml:trace>
  <inkml:trace contextRef="#ctx0" brushRef="#br0" timeOffset="180699.3353">10023 15728,'0'0,"-25"0,0 0,0 25,25-25,-24 24,-26 1,50 0,-25 0,0 0,1 0,24-1,-50 26,25 0,0-1,1-24,-1 0,25 24,0-24,-25 0,25 25,-25-50,25 24,0 1,0-25,0 25,0 0,0 0,0-25,0 0,25 0,0 0,0 0,24-25,-49-25,50 25,-25 1,24-26,-24 0,0 1,0 24,-1-25,-24 1,25 24,0 0,-25-24,0 24,25 25,-25-50,0 25,0 25,0-25,0 1,0 24,0-25,0 0,0 0,0 25,0-25,0 1,0 24,0 24,0 1,0 0,0 0,0-25,0 25,-25-1,25 1,0 0,0 25,0-25,0 49,0-24,0-1,0-24,25 0,-25 0,0-1,0 1,0-25,0 25,0-25,25 0,-25 25,0 0,25-25,-1 0,-24 0</inkml:trace>
  <inkml:trace contextRef="#ctx0" brushRef="#br0" timeOffset="182069.4138">10221 15703,'25'0,"-25"0,0 25,25-25,-25 25,0-25,0 49,25-24,-25 0,0 0,0 24,0-49,0 50,25 0,-25-50,24 49,-24-24,25-25,0 25,-25 0,0-25,0 24,25-24,-25 0,25 0,-25 0,0 25,24-25,1 0,-25 0,0 0,25-25,-25-24,0 49,0-50,0-24,25 24,-25 50,25-49,-25 24,0 25,25-25,-25 0,0 0,0 25,0-25,24 25,-24-24,0 24,0 0,0-25,0 0,0 0,25 25</inkml:trace>
  <inkml:trace contextRef="#ctx0" brushRef="#br0" timeOffset="183951.5213">10767 15877,'25'0,"0"0,0 0,-25 0,49 25,-24-25,0 0,24 24,-24-24,0 0,0 0,0 0,-25 0,25 0,-25 0,24 0,-24 0,25 0,-25-24,0-1,0 0,0 25,0-25,0 0,0 25,0-25,0 1,0-1,0 25,0-25,0 0,0 25,0-25,0 25,-25 0,1 0,24 0,-50-24,25 24,25 0,-25 0,0 0,1 0,24 0,-25 0,0 0,25 0,0 0,-25 24,25 1,0 0,-25-25,25 25,-24 24,24-49,0 25,0 0,0 0,0 0,-25 0,25-1,0-24,0 25,0 0,0-25,0 25,0 0,0-1,0-24,0 25,0 0,0 0,0-25,0 25,0-25,0 24,25-24,-1 0,-24 25,0-25,25 0,-25 25,25-25,0 0,-25 25,25-25,-1 0,1 0,-25 0,25 0,0 0,0 0,-25 0</inkml:trace>
  <inkml:trace contextRef="#ctx0" brushRef="#br0" timeOffset="185125.5886">11536 15852,'0'0,"0"0,25 0,-25 0,25 0,0-25,-1 25,1 0,0 0,25-25,-25 25,24 0,-24 0,0-25,24 25,-24 0,-25 0,50 0,-25 0,-25 0,24 0,1 0,-25 0</inkml:trace>
  <inkml:trace contextRef="#ctx0" brushRef="#br0" timeOffset="186059.642">11586 16274,'0'0,"25"-25,-1 0,-24 25,0-25,25 25,0 0,0 0,0-25,0 25,24 0,-49-24,25 24,0 0,-25 0,25 0,-1 0,1 0,-25 0,25 0,0 0,0 0,-25 0,0 0,24 0,1 0</inkml:trace>
  <inkml:trace contextRef="#ctx0" brushRef="#br0" timeOffset="188000.753">12702 15480,'0'0,"0"0,0 25,0-1,-25-24,25 0,-24 50,-1-25,25 0,-25 49,0 0,-24-24,24 25,0-51,0 26,0-25,25-25,0 25,0-1,0 1,0-25,0 25,0 0,0-25,0 25,0-25,0 0,0 24,25-24,0 0,-25 25,50-25,-26 0,-24 0,50 0,-25 0,0 0,24 0,-24 0,0 0,0-25,-1 25,1 0,25-24,-25 24,0-25,24 0,-49 25,0-25,25 25,0-25,-25 1,0 24,0-25,25 0,-25 0,0 0,0 1,0-1,0 25,0-50,0 25,0 25,0-25,0 1,-25 24,0 0,25-25,-25 25,0 0,25-25,-24 25,-1 0,0 0,25 0,-25 0,0 0,0 0,25 0,-24 0,-1 0,25 0,0 0,-25 0</inkml:trace>
  <inkml:trace contextRef="#ctx0" brushRef="#br0" timeOffset="189695.8499">13645 15629,'-25'0,"0"0,-24 0,24 0,-25 24,1 26,-1-25,0 24,26-24,-1 0,0 0,25 0,-25-25,25 25,0-1,0 1,0-25,0 0,25 0,0 0,-25 0,49 0,1 0,-25 0,25 0,24 0,-49 0,24 0,-24 0,25 0,-1 0,-49 0,25 0,0 0,0 25,-25-25,25 25,-25 0,0-25,0 24,0 1,0-25,0 25,0 0,0 0,-25-1,-25 1,1 0,24 0,-25 0,1-25,24 0,0 24,-25 1,1-25,49 25,-50-25,25 25,25-25,-25 0,1 0,24 0,-25 0,25 0,0 0</inkml:trace>
  <inkml:trace contextRef="#ctx0" brushRef="#br0" timeOffset="190977.9233">14439 15653,'-50'-24,"25"24,1 0,-1 0,0 0,0 0,0 0,1 0,-1 24,0-24,-25 25,26 0,24 0,-50 0,25 24,0-24,25 0,-24 25,-1-26,25 1,0 0,-25 0,25-25,0 25,0-1,0 1,0-25,25 50,0-25,24 24,26-24,-26 0,1 24,-1-24,-24 0,0 0,0-25,-25 0,25 0,-1 0,-24 0,25 0,-25 0,0 0,0-25,25 0,-25 25,0-25,25 1,-25 24,0-25,0 0,0 0,0 25,0-25</inkml:trace>
  <inkml:trace contextRef="#ctx0" brushRef="#br0" timeOffset="192022.983">14712 15753,'0'0,"0"24,0-24,0 25,0 0,0-25,25 50,-25-25,0-1,0 26,24-25,-24 0,0 24,0-24,0-25,0 25,0 0,0-1,0-24</inkml:trace>
  <inkml:trace contextRef="#ctx0" brushRef="#br0" timeOffset="193185.0496">14761 15604</inkml:trace>
  <inkml:trace contextRef="#ctx0" brushRef="#br0" timeOffset="195264.1685">14985 16224,'0'0,"24"0,-24-25,25 0,-25 1,25 24,0-50,25 0,-1 1,1-1,-50 1,49-1,-24-25,0 26,0 24,-25-25,25 1,-25 24,0-25,0 26,0-1,0 0,0 0,0 25,0-25,-25 1,25-1,-25 25,25 0,-25 0,0 0,25 0,0 0,-24 25,-1-1,0 1,25 25,0-25,-25-1,25 1,0 0,-25-25,25 0,0 25,0 0,0-1,0 1,0 25,0-25,0 24,0 26,0-50,0 24,0 26,25-1,25 0,-1-24,1 24,-25-24,0 0,24-26,-24-24,0 0,-25 0,25 0,-25 0,24 0,-24-49,25 49,-25-25,25-25,0 26,0-1,-25-25,25 25,-1 1,1-26,0 0,0 26,-25-26,25-24,-25 24,0-25,0 1,0 0,0 49,0-25,0 1,0 24,0-25,0 25,0-24,0-1,0 1,0 24,0 0,-25 0,0 25,0 0,25 0,-25 0,1 0,24 25,0 0,-25-25,25 0,0 25,-25-1,25-24,0 50,0 0,0-26,-25 51,25-1,0 1,0-26,0 1,0 24,0-49,0 0,0 25,0-26,0 26,0 24,0-49,25 25,0-1,-25-24,25-25,-25 25,0 0,0-25,0 0,24 0,1 0,-25 25,0-25</inkml:trace>
  <inkml:trace contextRef="#ctx0" brushRef="#br0" timeOffset="197993.3245">16225 15653,'0'-24,"0"24,0 0,-25 0,0 0,25 0,-24 0,-1 0,25 0,-25 0,0 0,0 24,25 1,-24-25,-1 25,0 25,25-50,0 49,0 1,-25-25,0 24,25 1,-24 0,24-26,0 26,0-25,0 0,0-1,0 1,0-25,0 0,0 0,24 0,1 0,0 0,-25 0,25 0,0 0,-25 0,24 0,1 0,0 0,-25 0,25-25,24-24,-24 24,0-25,-25 1,0 24,25-25,-25 1,0 24,0 0,0 0,0 0,0 25,0-24,0-1,0 25,0-25,0 0,0 0,0 25,0-24,0-1,0 25,0 25,0-25,0 24,0 1,0 0,0-25,0 25,0 0,0-25,0 49,0 1,0-25,0 24,25 1,-25-50,0 50,0-26,0-24,25 25,-25 0,0 0,24-25,-24 25,0-1,0-24,25 0</inkml:trace>
  <inkml:trace contextRef="#ctx0" brushRef="#br0" timeOffset="199058.3854">16548 15083,'0'0,"0"25,0-25,0 25,0 24,0-24,0 25,0 24,0-24,0-1,0 26,0-51,0 51,0-26,24 26,-24-50,0 49,0-24,25-25,-25 24,0 1,0-50,0 25,0-1,0-24,0 25,0 0</inkml:trace>
  <inkml:trace contextRef="#ctx0" brushRef="#br0" timeOffset="199925.4351">16374 15703,'0'0,"25"-25,-25 25,25 0,-1 0,1 0,25 0,24 0,-49 0,0-25,24 25,-24 0,0 0,0-24,-25 24,25 0,0-25,-1 25</inkml:trace>
  <inkml:trace contextRef="#ctx0" brushRef="#br0" timeOffset="200861.4885">17069 15381,'0'24,"0"-24,0 25,0 25,0-1,0 26,0-1,0 1,0-26,24 1,-24 24,0-49,0 0,0 0,0 0,0-25,0 24</inkml:trace>
  <inkml:trace contextRef="#ctx0" brushRef="#br0" timeOffset="201748.5393">17069 15306</inkml:trace>
  <inkml:trace contextRef="#ctx0" brushRef="#br0" timeOffset="206280.7986">19128 15926,'-25'0,"25"-24,0 24,0-25,0 25,25 0,24 0,-24 0,50 0,-1 0,-24 0,49 0,-25 0,-24 0,0 0,-1 0,1 0,-50 0,25 0,-1-25,1 25,-25 0,25 0,0 0,-25-25,25 25,-1 0,1 0,-25 0</inkml:trace>
  <inkml:trace contextRef="#ctx0" brushRef="#br0" timeOffset="207305.8572">19599 15505,'0'0,"0"24,0-24,0 25,0 0,25 0,-25 24,0 26,25-1,-25 1,0-1,0 1,25-1,-25-24,0-1,0 1,0-25,0-1,0 1,0 0,0-25,0 25,0 0,0-25</inkml:trace>
  <inkml:trace contextRef="#ctx0" brushRef="#br0" timeOffset="209147.9626">20542 15356,'-25'0,"25"0,-25 0,25 0,0 25,0-1,0-24,0 25,0 25,0-25,0 74,0 0,0 0,50 75,-25 0,24 24,1-24,-1-1,-24-73,-25-1,25-50,-25-24,0 25,0-25,0-1,0-24,0-24,0-1,0 25,0 0,0-25,0 0,-25 0,25 25,0-24,0-26,-25 25,1-49,-1-1,0 1,0-25,0-1,1 1,-1 50,25-51,-25 26,0-25,25 24,-25-24,25 49,0-24,0 0,0-1,0 50,0-24,0 24,0 0,0-24,25 49,-25-25,25-25,0 25,0 25,-25-24,24-1,1 25,0 0,-25 0,25 0,0 0,-25 0,24 0,1 0,0 0,-25 25,25-25,0 24,0 26,-25-25,24 0,26 24,-25 1,24 24,-24-24,0-1,-25 1,0 0,0-26,0 1,0 0,0-25,0 25,0 0,0 0,0-1,-25 1,0 0,1 0,-26 24,0-24,-24 0,-1 0,51 0,-26-25,0 0,26 24,-1-24,0 0,0 0</inkml:trace>
  <inkml:trace contextRef="#ctx0" brushRef="#br0" timeOffset="210744.0539">21112 15480,'0'0,"0"0,0 25,25-1,0 1,0 25,0 24,24 25,1-24,-25 24,0-24,-25-51,24 51,1-26,-25 26,0-75,0 49,0-24,0-25,0 25,0-25,0 0,0 0,0 0,0-25,0 0,0 1,0-1,0 0,0 0,0 0,0-24,0 49,0-50,0 1,0 24,0-50,0 26,25-26,0 26,-25-1,25-24,-25 24,24 50,1-50,-25 26,25 24,-25-25,0 0,0 0,0 25,0 0</inkml:trace>
  <inkml:trace contextRef="#ctx0" brushRef="#br0" timeOffset="212252.1401">22030 15405,'-24'0,"24"0,-25 25,25 0,-25-25,25 25,-25 24,0-24,-24 0,24 25,25-26,-25 1,25 0,-25 25,25-50,-25 24,25 1,0 0,0 0,0 25,-24-1,24-49,0 25,0 25,0-50,0 24,0 1,0-25,0 25,24 0,1 0,0-25,0 24,0-24,-25 0,24 25,1-25,0 0,-25 0,25 0,0 0,-25 0,25-25,-1 25,26 0,-50-49,25 24,24-25,-24 26,-25-1,25-25,-25 50,25-49,-25 24,0 25,25-25,-25 0,0 0,0 25,0-25,0 1,0 24,0 0,0-25,-25 0,25 0,0 25,-25-25,0 25,25-24,-25-1,25 25,-24-25,-1 25,0 0,25 0,-25 0,0 0</inkml:trace>
  <inkml:trace contextRef="#ctx0" brushRef="#br0" timeOffset="214360.2607">22402 15480,'0'0,"0"0,0 25,25-1,0 26,0 0,0-1,0-24,-1 25,-24-1,0 1,25 0,-25-1,25 26,-25-1,25-24,-25 24,0-24,0-1,0-24,0 25,0-50,0 24,0 1,0-25,0 0,0-25,0 25,0-24,0-1,0 0,0-25,-25-24,25-25,-25 24,25-24,-25-50,25 75,-24-25,24 24,0 26,0 24,0-25,0 25,0 25,0-24,0-1,0 0,0 25,24 0,1 0,-25 0,0 0,25 0,0 0,0 0,-25 0,0 0,24 0,-24 25,25 0,-25-25,25 24,0 26,0-25,-25 24,24 1,-24-25,25-25,-25 25,0-1,0-24,0 25,0-25,0 25,-25 0,1 0,-1-1,0 26,-25-50,26 50,-1-25,0-1,0 1,25-25,-25 25,1-25,-1 25,25-25</inkml:trace>
  <inkml:trace contextRef="#ctx0" brushRef="#br0" timeOffset="215878.3476">23246 15455,'-25'-25,"25"0,0 1,-25 24,1 0,-1 0,25 0,-25 0,0 0,25 0,0 0,-25 0,25 0,0 24,0 1,-24-25,24 50,-25-1,25-24,0 25,-25-1,25-24,0 0,0 25,0-50,0 49,0-24,0 0,0 0,0 0,0-25,0 24,0 1,0-25,25 0,0 0,-25 0,24 0,1 0,-25 0,0 0,25-25,0 25,0-24,-25-26,0 25,24 0,-24-24,0 49,25-50,-25 25,0 0,0 25,0-24,0-1,0 25,0-25,0 0,0 0,0 25,0-24,0-1,0 0,0 25,0 25,0 0,0-25,25 24,-25 26,0-25,25 24,-25 26,25-1,-25-49,0 50,24-26,-24-24,25-25,-25 25,0 0,25-25,-25 0</inkml:trace>
  <inkml:trace contextRef="#ctx0" brushRef="#br0" timeOffset="217682.4507">23717 15405,'0'0,"-24"-24,24 24,-25-25,0 25,25 0,-50 0,25 0,25 0,0 25,0-25,-24 24,24 1,-25 0,25 0,0 0,0-1,0-24,0 0,25 0,-25 0,24 0,26-24,-50 24,25-25,25 25,-50 0,24 0,1 0,-25 0,25 0,0 25,-25-25,25 24,-25 26,0-25,24-25,1 49,-25 1,25-25,0 24,0 1,-25 25,24-51,-24 51,0-26,0-24,0 25,0 24,0-49,0 49,0-24,0 0,0 24,0-24,0-1,0-24,-24 0,24 0,-25 0,25-1,-25-24,25 25,-25 0,0-25,1 0,24 0,-25 0,0 0,0 0,25-25,-25 0,1 1,-1-26,25 0,-25 1,0-51,25 1,0-74,0 49,0 0,0 24,0 1,0 0,0 24,25 51,0-26,-25 0,25 50,-1-49,-24 24,25 25,0 0,-25-25,25 0,-25 25,25 0,-25-24,24 24</inkml:trace>
  <inkml:trace contextRef="#ctx0" brushRef="#br0" timeOffset="219307.5437">24412 15356,'0'0,"0"-25,-25 25,0 0,1-25,24 25,-25 0,-25 0,50 0,-25 0,1 0,-1 0,25 0,0 25,-25-25,25 25,-25 24,0-24,25 25,-25 24,25-49,0 49,-24 1,24-26,0-24,0 25,0-25,0-25,0 25,0-1,24 1,-24-25,25 0,-25 0,25 0,0 0,0 0,-25 0,49 0,-24-25,-25 1,50-1,-25-25,-25 25,24 0,1-49,-25 24,0 1,0-1,0 1,25-1,-25 0,0 1,0 24,25 0,-25 0,0 1,0-1,0 25,0 0,0 0,0 25,0-1,0-24,0 25,0 25,0-25,0 24,25 26,-25-51,24 26,-24 0,0-26,25 26,-25 0,25-26,-25 26,0-25,0 0,25 0,-25-1,25 1,-1-25,-24 0</inkml:trace>
  <inkml:trace contextRef="#ctx0" brushRef="#br0" timeOffset="219996.5831">24834 14959,'0'0,"0"0,0 25,0-1,0-24,0 25,0 25,0 0,0 24,0 0,0 1,0-1,0 25,0-24,0-1,0 1,0-51,0 51,25-25,-25-50,0 24,0 1,0 0,0-25</inkml:trace>
  <inkml:trace contextRef="#ctx0" brushRef="#br0" timeOffset="220696.6231">24635 15505,'0'0,"0"-25,25 25,0 0,0-25,-1 25,1 0,25-25,-25 25,24 0,-24 0,0 0,-25-25,25 25,-25 0,25 0</inkml:trace>
  <inkml:trace contextRef="#ctx0" brushRef="#br0" timeOffset="221592.6744">25231 15232,'0'0,"0"0,0 0,0 49,0-24,0 50,0-1,0 25,0-49,0 24,0 1,0-51,0 26,0-25,0 0,0 0,0-1,0-24,0 25</inkml:trace>
  <inkml:trace contextRef="#ctx0" brushRef="#br0" timeOffset="222489.7257">25255 15083</inkml:trace>
  <inkml:trace contextRef="#ctx0" brushRef="#br0" timeOffset="223684.7941">25528 15381,'0'-25,"0"0,0 0,0 25,0 0,0-25,0 1,25 24,0 0,0 0,-25 0,25 0,-1 0,1 49,-25-49,50 75,-1-26,-24-24,0 25,-25-1,25 1,0-50,-25 49,0-24,0-25,0 25,0 0,0 0,0-1,0 1,-25 25,25-50,0 50,-25-26,0-24,25 25,0 0,-25-25,1 25,-1-25,25 0,-25 0,0 0,0 0,25 0,-24 0,-1 0,25-50,-25 1,25 24,-25-50,25 1,0 24,0 1,0-26,0 50,0-24,0 24,25 0,-25 0,25 1</inkml:trace>
  <inkml:trace contextRef="#ctx0" brushRef="#br0" timeOffset="225220.8819">25925 15381,'0'24,"0"1,0 25,25 24,25 25,-25 50,24-25,1 25,-50-74,0-1,0-49,0 24,0-24,0-25,0 0,0 0,0-25,0 1,0 24,0-25,0-25,0 25,0-24,0-26,0 51,0-51,0-24,0 24,0 1,0 0,0-1,25 26,-25 24,0-25,0 25,24 25,-24-24,25 24,0 0,-25 0,0 24,25 26,0 0,-1 24,1 0,0 1,25 24,-26-24,-24-1,25-49,-25 24,0-24,0-25,0 25,0 0,0 0</inkml:trace>
  <inkml:trace contextRef="#ctx0" brushRef="#br0" timeOffset="239614.7052">17317 15455,'0'0,"0"0,24 0,1 0,-25 0,25 0,0 0,0 25,24 0,1-1,0 1,-50-25,24 25,1 0,-25 0,25-25,-25 0,0 24,0 1,0 0,0 0,0 24,0-24,0 25,0 0,0-26,0 26,0-25,0 0,0-1,0 1,0-25,0 25,0 0,-25-25,0 0,25 0,-24 0,-1 0,25 0,-25 0,0 0,25 0,-25 0,25-25,0 25,-24 0,24-25,-25-24,0 49,25-25,-25 0,0 0,25 25,-25-25,25 1,0 24,0-25,-24 0,24 0,0 25,0-25,0 0,0 1,0 24,0-25,0 0,0 25</inkml:trace>
  <inkml:trace contextRef="#ctx0" brushRef="#br0" timeOffset="241575.8174">17862 15529,'0'0,"0"25,0 0,0-25,0 25,0 0,0-1,0 1,0 25,0-25,0 24,0-24,0 0,0 0,0 0,0-1,0 1,0 0,0-25,0 25,0 0,0-1,0-24,0-24,0-1,0 25,25-25,-25 0,0 0,0 1,25-1,-25 0,0-25,0 1,25 49,0-50,0 0,24 26,-49-1,25 0,0 25,24-25,-49 25,25-25,0 25,-25 0,25 0,0 0,-1 0,-24 0,25 0,0 0,0 0,-25 0,0 25,0 0,0-25,25 25,-1 24,1-24,0 25,-25 24,0-24,0 0,0-1,25 1,-25-50,0 49,0-24,0 0,0 0,0 0,0-25,0 24,0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41:19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19946 8261,'0'0,"0"0,0 25,-24-25,24 24,0 26,0 0,0 24,0 25,0 1,0-26,0-24,0 24,0-24,0-26,0 1,0 0,0 0,0-25,24 0,-24 0,0 0,0 0,25 0,-25-25,25 25,-25-25,25 25,-25-25,0 25,0-24,0 24</inkml:trace>
  <inkml:trace contextRef="#ctx0" brushRef="#br0" timeOffset="995.0569">19822 8658,'0'0,"0"-25,25 25,0-25,0 25,-25-25,25 25,-1 0,-24 0,25-24,0 24,0 0,-25-25,25 25,-1 0,1 0</inkml:trace>
  <inkml:trace contextRef="#ctx0" brushRef="#br0" timeOffset="1814.1038">20170 8583,'0'0,"24"-24,1 24,-25-25,0 25,25 0,0 0,0-25,-25 25,25-25,-1 25,1 0,-25-25,0 25,25 0,0 0</inkml:trace>
  <inkml:trace contextRef="#ctx0" brushRef="#br0" timeOffset="2483.1421">20219 8881,'25'0,"-25"-25,25 25,-25-25,25 25,0-24,-1 24,-24 0,25 0,0-25,-25 25,25-25,0 0,-1 25,-24 0</inkml:trace>
  <inkml:trace contextRef="#ctx0" brushRef="#br0" timeOffset="3734.2136">20666 8410,'0'0,"-25"25,25-1,0-24,0 25,-25 0,25-25,0 25,0 0,0-1,0 1,0 0,0 0,0 0,0-1,0 1,0-25,0 25,0 0,0-25,0 25,25-25,0 0,-25 0,25 24,-1-24,1 0,-25 0,25 0,0 0,-25 0,0 0,0 0,25 0,-25-24,25 24,-25-25,24 25,-24-25,0 25,0-25,0 0,0 1,0 24,0-25,0 25,0-25,0 25,-24-25,-1 25,25-25,0 1,-25 24,0 0,25-25,-25 25,0 0,1 0,24 0</inkml:trace>
  <inkml:trace contextRef="#ctx0" brushRef="#br0" timeOffset="6317.3614">24586 8559,'0'0,"-25"0,25 0,0 24,0 1,-25-25,25 25,0 0,0 0,0-25,0 24,0 26,0-25,0 24,0-24,0 50,0-26,25-24,-25 0,0 0,0 0,25-25,-25 24,24-24,-24 0,25 0,0 0,-25 0,0 0,25 0,-25 0</inkml:trace>
  <inkml:trace contextRef="#ctx0" brushRef="#br0" timeOffset="7203.412">24486 8831,'0'0,"0"0,0 0,25 0,0 0,-25-24,50-1,-26 25,-24-25,50 25,-25 0,0 0,24-25,-24 25,0 0,0-25,0 25,-25 0,24-24,1 24,0 0</inkml:trace>
  <inkml:trace contextRef="#ctx0" brushRef="#br0" timeOffset="7983.4567">24933 8856,'0'0,"25"0,-25-25,25 25,-25-24,24 24,-24 0,25 0,0-25,-25 25,25-25,0 25,-1 0,-24 0,25 0</inkml:trace>
  <inkml:trace contextRef="#ctx0" brushRef="#br0" timeOffset="8643.4944">24983 9080,'0'0,"0"-25,24 25,1-25,-25 25,50 0,-25-25,-25 25,24-25,1 0,0 25,-25 0,0 0,25 0</inkml:trace>
  <inkml:trace contextRef="#ctx0" brushRef="#br0" timeOffset="10690.6115">24561 9799,'0'0,"25"-25,-25-25,24 50,-24-24,0-26,0 50,25-50,-25 26,25 24,-25-25,25 0,-25 0,0 25,0-25,25 1,-25 24,24-25,-24 0,0 0,25 25,-25-25,0 1,0-1,25 25,-25 0</inkml:trace>
  <inkml:trace contextRef="#ctx0" brushRef="#br0" timeOffset="11687.6685">24511 9352,'0'0,"0"0,25 0,-25-24,25 24,-25 0,25-25,-1 25,-24 0,25 0,0 0,0 0,0 0,-1 0,1 0,-25 0,25 0,0 0,0 0,-25 0,25 0,-1 0,-24 0,0 0,0 25,0-1,0-24,0 25,0 0,0 0,0-25</inkml:trace>
  <inkml:trace contextRef="#ctx0" brushRef="#br0" timeOffset="15008.8584">20070 9849,'0'0,"0"0,0-25,0 25,0-25,0 25,0-25,0 0,0 25,-24-25,24-24,0 49,0-25,-25 0,25 0,0 25,0-24,-25 24,25-25,0 0,0 25,0-25,0 0,0 25,0-24,0 24,0-25,0 0,-25 25,0 0,1 0,24 0,0 0,0 25,0 0,-25-25,0 49,0-24,25-25,0 25,-25 0,1-25,24 24,0-24,0 0,0 0,0-24,0-1,0 25,24-25,-24 0,0 0,25 25,0-24,-25-1,25 0,-25 0,25 0,-25 1,24 24,1-25,-25 0,0 25,0 0,25 0,-25-25,25 25,-25-25,25 25,-25 0,24 0,1 0,-25 0,0 0,0 25,25-25,-25 0,25 0,-25 25,25-25,-25 25,0-25,0 0,0 25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41:5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18632 11635,'0'-25,"0"25,0 0,0 25,0-1,0 1,0 0,0 0,0 0,0-25,0 25,0-1,0-24,24 0,1 0,0 0,-25 0,25 0,0 0,-25 0,24 0,26 0,0 0,-26-24,26-26,24 25,1-49,-1 24,1-24,-1-1,1 1,-1 49,-24-25,24 1,-24-1,-1 25,1 1,-50-1,25 25,0 0,-25-25</inkml:trace>
  <inkml:trace contextRef="#ctx0" brushRef="#br0" timeOffset="5330.3049">10246 12478,'0'0,"0"0,25 0,0 0,24 0,26 0,-50-25,49 25,1 0,-1 0,-49 0,0 0,-1 0,1 0,0 0,0 0,-25 0,25 0,-25 0</inkml:trace>
  <inkml:trace contextRef="#ctx0" brushRef="#br0" timeOffset="9085.5196">13843 12255,'-24'0,"-1"0,25 0,-25 0,0 0,0 0,1 0,-1 0,0 25,25-25,-25 24,0-24,1 0,-1 25,0 0,0 25,0-50,1 49,-1-24,0 0,-25 0,50 0,-25 24,1-49,24 25,-25 25,25-50,0 24,0 1,-25 0,25-25,0 25,0 0,-25-1,25-24,0 25,0 0,0-25,0 25,0 0,0-1,0-24,0 25,0 0,0 0,0-25,0 25,0-1,0-24,0 25,25 0,-25 0,25-25,0 25,-1-25,26 25,-25-25,0 0,49 0,-24 0,-25 0,24 0,-24 0,0 0,49-25,-24 0,-1 25,-24-50,25 25,-25-24,24 24,-24 0,-25 0,0-24,0 24,25 0,-25 0,0 1,25 24,-25-50,0 25,0 0,0 1,0-1,0 0,0 0,0 0,0 1,-25-26,25 50,0-50,-25 25,0 1,25 24,0-25,-24 0,-1 25,0 0,25-25,0 25,-25 0,25-25,-25 25,0 0,25-24,0 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42:19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11511 9228,'-24'0,"24"25,-25 0,25-25,0 25,-25 0,25-1,0-24,-25 25,25 25,-25-25,25-1,-24 26,24-25,-25 49,0-24,25 24,-25-24,0 24,1-24,24 24,-25-49,25 25,0-1,0-24,0 25,0-25,0-1,0-24,0 25,0 0,0-25,0 25,0 0,0-1,0-24,0 0,0 25,0 0,0 0,25-25,-25 0,0 25,24 0,1-25,0 24,-25 1,25-25,-25 25,25-25,-1 0,-24 0,50 25,-25-25,-25 25,25-25,-1 0,1 0,-25 0</inkml:trace>
  <inkml:trace contextRef="#ctx0" brushRef="#br0" timeOffset="4484.2564">11958 9650,'0'0,"0"0,0 50,0-26,0 51,0 24,0-24,0-26,0 26,0-26,0-49,0 50,0-25,0-25,0 0,0 0,0-25,0 0,0 25,0-25,0 0,0 25,0-24,0-1,0 0,0 25,0-50,25 26,-25 24,25-25,-25 0,24 0,-24 25,0-25,0 1,25 24,0 0,-25-25,25 25,0 0,-1 0,-24 0,0 0,0 25,0-1,0-24,0 25,0 25,0-50,0 49,0-24,0 0,0 0,0 24,0-24,0 0,-24 0,24 0,0-1,0 1,0-25,0 25,0 0,0 0,0-25,0-25,0 0,0 0,0-24,0 24,24-25,-24-24,25 24,0 1,-25-1,0 0,25 1,0 24,-25 0,25-25,-25 50,24-24,-24-1,0 0,25 25,-25-25,25 25,-25-25,25 25,-25 0,25 0,-1 0,1 0,-25 0,25 0,-25 0,25 0,-25 0,0 0,0 25,0 0,25 0,-25 24,0-24,0 25,0-25,0 24,0 26,0-26,0-24,0 50,0-26,0-24,0 25,0-1,0-49,0 25,0 0,0-25,0 25,0-1</inkml:trace>
  <inkml:trace contextRef="#ctx0" brushRef="#br0" timeOffset="5538.3167">12231 9402,'0'-25,"0"0,0 25,25-24,0 24,-25 0,24 0,1 0,-25-25,25 25,25 0,-50 0,24-25,1 25,0 0,-25 0,25 0,0 0,-1 0,-24 0</inkml:trace>
  <inkml:trace contextRef="#ctx0" brushRef="#br0" timeOffset="6386.3652">12801 8931,'0'0,"0"0,0 24,0 1,0 0,0 0,0 0,0 0,0 24,0-49,0 25,0 0,0 0,0-25,0 24,0 1,0 0</inkml:trace>
  <inkml:trace contextRef="#ctx0" brushRef="#br0" timeOffset="7518.43">13347 8980,'0'0,"0"25,0 25,0-25,0 49,25 0,25 26,-25-1,-1 0,1-25,0-24,0 24,0 1,-25-25,24-26,-24 26,0 0,0-26,0 26,0 0,-24-1,-1-24,25 25,-25 24,0-24,-24-26,24 51,-25-25,0-26,26 26,-1-25,-25-25,25 25,1-1,-26 1,0-25,50 25,-49-25,24 0,25 0,-25 0,0 0</inkml:trace>
  <inkml:trace contextRef="#ctx0" brushRef="#br0" timeOffset="9972.5704">11635 15381,'-24'24,"-26"1,25 25,25-1,-49 1,-1-25,0 24,26 26,-26-26,25 1,0-25,1 25,-26 24,25-24,0-26,25 1,-24 25,24-25,0-1,0 1,-25 0,25-25,0 25,0 0,0-25,0 24,0 1,0 0,0-25,0 25,25 0,-25-1,24-24,1 0,-25 25,25 0,0-25,0 25,-1-25,26 25,-50-25,50 0,-26 25,1-25,0 0,0 0,-25 0,25 0</inkml:trace>
  <inkml:trace contextRef="#ctx0" brushRef="#br0" timeOffset="11873.6791">11933 15728,'-25'25,"25"-1,0-24,0 25,-24 0,24-25,0 25,0 0,0 0,0-25,24 24,1 1,0-25,0 25,0-25,-1 0,-24 0,50 0,-25 0,-25 0,49 0,1 0,-25 0,0 0,24 0,-24 0,25 0,-25 0,-1 0,26 0,-25 0,-25 25,25 0,-1-1,-24-24,0 25,0 0,0-25,0 25,0 0,-24-1,-1 1,0 0,-25 0,1 24,24-24,-25-25,1 25,-1-25,0 25,1 0,24-25,0 0,-24 0,24 0,25 0,-25 0,0 0,25 0,-25 0,25 0</inkml:trace>
  <inkml:trace contextRef="#ctx0" brushRef="#br0" timeOffset="13273.7592">12008 15728,'0'0,"0"-25,0 0,0 25,0-25,24 25,-24-24,25-1,0 25,-25 0,0 0,50 0,-26-25,1 25,-25 0,50 0,-25 0,-25 0,25 0,-1 0,-24 0,25 0,0 0,-25 0</inkml:trace>
  <inkml:trace contextRef="#ctx0" brushRef="#br0" timeOffset="14071.8048">12057 15331,'0'0,"0"0,25 0,-25-25,25 25,-25 0,49-25,-24 25,-25-24,25 24,0 0,0 0,-25 0,25-25,-1 25</inkml:trace>
  <inkml:trace contextRef="#ctx0" brushRef="#br0" timeOffset="15075.8622">12529 14835,'0'0,"0"0,0 25,0-1,0-24,0 25,0 0,0 0,0 0,0-1,0-24,0 25,0 0,0 0,0-25,24 0,-24 25,0 0,0-1,25-24,-25 0,0 25,0 0,0-25,0 25,0 0</inkml:trace>
  <inkml:trace contextRef="#ctx0" brushRef="#br0" timeOffset="16278.9311">13099 15008,'0'0,"0"25,25 25,-25 24,25 1,0 24,-1-25,-24 26,0-26,0 0,0 26,0-1,0-49,0 24,0 0,-24 1,24-26,-25 1,-25 0,25 24,-24-24,24-1,-25-24,26 25,-26-25,25 24,-25-24,26-25,24 25,-25 0,0-25,25 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43:17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15779 719,'0'0,"0"25,0 0,0-25,0 25,0 24,0-24,0 74,0 1,-25-1,25 25,-25 25,25-50,-25-25,25 1,-25-1,25-24,0-25,-24 0,24-1,0-24,0-24,0 24,0-25,0 0,0 0,0 0,0-24,24 24,-24 0,0-25,25-24,-25 49,25-49,0-1,0 1,24-25,-24 0,0 24,24 25,-24-24,0 24,0-24,0 24,-25 50,24-24,-24-26,0 50,25-25,-25 0,25 25,-25 0,0 25,0-25,0 25,0 0,0 0,0-25,0 24,0 1,0 0,0 25,0-1,0-24,0 25,0-26,0 51,0-25,0-26,0 1,0 25,0-25,0 24,0 1,0-25,0-1,0 26,0-50,0 50,0-26,0-24,0 25,0 0,0 0,0-25,0 25,0-1</inkml:trace>
  <inkml:trace contextRef="#ctx0" brushRef="#br0" timeOffset="1074.0613">15779 1315,'24'-25,"1"25,0 0,-25-25,0 25,25 0,0 0,-25-25,24 25,1 0,0 0,-25 0,25 0,0 0,-1-24,-24 24,25 0,0-25,-25 25,25 0,0 0,-1 0</inkml:trace>
  <inkml:trace contextRef="#ctx0" brushRef="#br0" timeOffset="2020.1155">16399 1042,'0'0,"0"0,0 0,25 0,-1 0,1 0,0 0,25 0,-1 0,-49 0,50 0,-1 0,-49-25,25 25,0 0,-25 0,25 0,0 0,0 0,-25 0</inkml:trace>
  <inkml:trace contextRef="#ctx0" brushRef="#br0" timeOffset="2946.1684">16498 1340,'0'0,"0"0,0 0,25 0,-25-25,25 25,-25 0,24 0,1-25,0 25,-25 0,25 0,0 0,-1 0,1 0,0 0,0 0,-25 0,25 0,0 0,-25 0,24 0,1 0,0 0</inkml:trace>
  <inkml:trace contextRef="#ctx0" brushRef="#br0" timeOffset="3991.2283">17267 744,'0'0,"0"0,0 25,0-25,0 25,0 0,0-1,0 1,0 0,0 0,0 24,0 1,0-25,0 25,0-1,0-49,0 50,0-25,0-25,0 24,0 1,0 0,0-25,0 25</inkml:trace>
  <inkml:trace contextRef="#ctx0" brushRef="#br0" timeOffset="5695.3257">17763 695,'0'0,"-25"0,1 0,-1 0,25 0,-25 24,0-24,25 0,-25 0,25 25,0 0,0-25,0 25,0-25,-24 0,24 25,0-1,0 1,0-25,0 0,0 25,24-25,1 0,0 0,-25 25,25-25,0 0,-1 25,1-25,0 0,0 0,-25 0,25 0,-1 24,1-24,-25 25,25-25,-25 0,25 0,-25 25,0 0,0 0,0-25,0 25,0-1,0 1,-25-25,25 0,0 25,-25-25,0 25,1-25,24 0,-25 0,0 0,0 0,25 0,-25 0,1 0,24 0,-25 0,0 0,0 0,25 0,0 0,-25 0,25 0</inkml:trace>
  <inkml:trace contextRef="#ctx0" brushRef="#br0" timeOffset="6621.3786">17738 719,'0'0,"0"-24,25 24,0 0,0 0,-25 0,25 0,-1 0,1 0,-25-25,25 25,0 0,-25 0,25-25,0 25,-1 0,-24 0,0-25,25 25,0 0,0 0,-25 0,25 0</inkml:trace>
  <inkml:trace contextRef="#ctx0" brushRef="#br0" timeOffset="8168.4672">18508 670,'0'0,"0"0,-25 0,0 0,25 0,-25 0,0 0,25 0,-25 25,1-1,-1 1,25-25,0 0,0 25,-25-25,25 25,0 0,0-25,-25 24,25 1,0-25,0 25,-25 0,25 0,0-1,0 1,0 0,0-25,0 25,0 0,0 0,0-25,0 24,0 1,0-25,0 25,0 0,25-25,0 25,-25-25,25 0,0 0,-1 0,-24 0,0 0,25 0,-25-25,25 25</inkml:trace>
  <inkml:trace contextRef="#ctx0" brushRef="#br0" timeOffset="10918.6245">18706 719,'0'0,"0"25,0-25,0 25,0 0,0-25,0 25,0 24,0-24,0 0,0 24,0-49,0 50,0-25,0-25,0 25,0 0,0-1,0-24,0 25,0 0,0-25,0 0,0 0,0-25,0 25,0-25,0 1,0-1,0 25,25-50,0 0,-25 26,0-26,24 25,-24 0,25-24,-25 24,25 0,-25 25,25-25,-25 1,0 24,0 0,25 0,-25-25,24 25,-24-25,0 25,25 0,-25 0,25 0,-25 25,0-25,0 25,0-1,0-24,0 25,0 0,0 0,0 24,0-24,0 0,0 0,0 0,0-1,0 1,0 25,0-50,0 25,0 0,0-1,0-24,0 25,0-25,0 0,0-25,25 1,-25-1,0 25,0-25,25-25,-1-24,-24 49,25-49,0 24,0 25,-25-24,0 24,0 0,25 0,-25-24,25 49,-25-25,0 0,24 25,-24 0,0 0,0 25,0-25,0 25,25 24,-25-24,25 25,-25-1,0-24,25 25,-25-1,0-49,0 50,0-25,0-25,0 24,0 1,0 0,0-25,0 25,0 0,0 0,0-25,0 24,0 1,0-25,0 25</inkml:trace>
  <inkml:trace contextRef="#ctx0" brushRef="#br0" timeOffset="15301.8752">15952 2282,'0'0,"0"0,0 0,25 50,-25-25,25 0,0 24,-25-24,24 0,1 24,-25 1,25-25,0 24,-25-24,25 0,-25 0,0 24,0-49,0 25,0 0,24 0,-24 0,0-1,25 1,-25-25,0 25,0 0,0 0,0-25,0 0,0 0,0-25,0 0,0 25,0-25,0 0,0 1,0 24,0-25,0 25,0-25,0 25,-25 0,25-25,0 0,-24 1,-1 24,25-25,0 0,-25 25,25-25,-25 25,25 0,-25 0,25 0,-24 0,-1 0,0 0,25 25,0 0,0-25,-25 25,25-1,0 1,0-25,0 25,0 0,0-25,-25 25,25-1,0 1,0 0,0 0,0 0,0 24,0-24,-24 0,24 0,0 0,0-1,-25-24,25 25,0 0,0 0</inkml:trace>
  <inkml:trace contextRef="#ctx0" brushRef="#br0" timeOffset="16257.9299">16572 2530,'25'0,"-25"0,25 0,0 0,-25 0,49 0,-24 0,0 0,0 0,25 0,-50 0,24 0,1 0,-25 0,25 0</inkml:trace>
  <inkml:trace contextRef="#ctx0" brushRef="#br0" timeOffset="17125.9794">16523 2878,'0'-25,"25"25,-1 0,-24 0,25-25,25 25,-50-25,25 25,24 0,-49 0,25 0,0-25,0 25,-25 0,25 0,-1 0,1 0,-25 0,25 0,0 0</inkml:trace>
  <inkml:trace contextRef="#ctx0" brushRef="#br0" timeOffset="20337.1632">17292 2257,'0'0,"0"0,0 25,0 0,0-25,0 25,0 0,0-25,0 25,0-1,0 1,0-25,0 25,0 0,0 0,0-1,0 1,0 0,0-25,0 25,0 0,0-25,0 24,0 1,0 0,25-25,-25 0,24 0,26 0,-50 0,50 0,-25 0,-25-25,24 25,1-25,-25 25,25 0,-25-24,0 24,0-25,0 25,25-25,-25 0,0 0,25 25,-25-24,0-1,0 0,0 25,0-25,0 0,0 1,0 24,0-25,0 0,0 25,0 0,0 0,0 25,0-25,0 25,0 24,0 1,0 24,0-24,0 24,0-49,0 25,0-1,0-49,0 50,0-25,0-25,0 24,0 1,0-25,0 25,0 0,0 0</inkml:trace>
  <inkml:trace contextRef="#ctx0" brushRef="#br0" timeOffset="21677.2398">18086 2233,'-25'0,"25"24,-25-24,25 25,-25-25,25 25,0 0,-24 0,-1 0,25-1,-25 1,25 0,0 0,0 0,-25-25,25 24,0 1,0 0,0 0,0 0,0-1,0-24,0 25,0 0,0-25,0 25,25 0,-25-1,25-24,-25 25,25-25,-25 25,24-25,1 0,0 0,-25 0,25 0,-25 0,25 0,-25-25,0 25,0-25,0 1,0-1,0 0,0-25,24 50,-24-24,0-26,0 50,0-50,0 26,0-1,0 0,0 0,0 25,0 0,0-25,-24 25,24-24,-25 24,25 0,-25 0</inkml:trace>
  <inkml:trace contextRef="#ctx0" brushRef="#br0" timeOffset="23077.3198">18632 2183,'0'0,"0"0,-25 0,0 0,0 0,25 25,0-25,-25 25,1-1,24-24,-25 25,0 0,25-25,-25 0,25 25,0 0,0 0,0-25,0 24,0 1,0 0,0 0,0 0,0-1,0 26,0-25,0 0,25-1,0 1,-25 0,0-25,25 0,-1 0,1 0,-25 0,25 0</inkml:trace>
  <inkml:trace contextRef="#ctx0" brushRef="#br0" timeOffset="25659.4676">18855 2282,'0'0,"0"0,0 25,25 0,-25-25,0 50,0-1,0-24,0 0,0 0,0 24,0 1,0-25,0 24,0-24,0 0,0 0,0-1,0-24,0 25,0 0,0 0,0-25,0 0,0 0,0-25,0 0,0 25,0-25,0 1,0-1,24-25,1 25,0 1,-25-26,0 0,25 26,0-26,-25 25,24-24,1 49,-25-25,25 0,-25 25,0-25,25 0,-25 0,25 25,-25 0,0 0,0 0,25 0,-25 25,0 0,0-25,0 50,0-25,0-1,0 26,0-25,0 24,0 1,0-50,0 50,0-26,0-24,0 25,0 0,0 0,0-25,0-25,0 0,0 25,0-25,0-24,0 49,24-75,1 26,-25 24,25-49,0 24,0 0,-25 25,0 1,24-1,-24 25,25-25,-25 0,0 0,0 25,0 0,25 0,0 0,-25 0,25 0,-25 0,0 25,0 0,0-25,0 25,0 0,24-1,-24 1,0 25,0 0,0-1,0 26,0-51,0 26,0-25,0 0,0-1,0 1,0 0,0-25</inkml:trace>
  <inkml:trace contextRef="#ctx0" brushRef="#br0" timeOffset="30763.7596">16151 3771,'0'0,"0"-25,0 25,0-25,0 25,0 0,0-25,24 25,-24-25,0 1,0 24,0-25,0 0,0 25,0-25,0 25,-24 0,-1 0,0-25,25 25,-25-24,0 24,1 0,24 0,0 0,-25 24,25 1,0-25,-25 50,25-25,-25 24,25 1,-25 0,25-26,0 26,0 0,0-26,0 26,0 0,0-26,0 1,0 0,0 49,0-24,0 24,0-49,0 25,0-25,0 24,0-24,0 0,0-25,0 25,0 0,0-1,0-24,0 25,0 0,0-25,0 25</inkml:trace>
  <inkml:trace contextRef="#ctx0" brushRef="#br0" timeOffset="31620.8086">15754 4118,'0'0,"0"0,25 0,-1 0,1 0,0 0,0 0,0 0,-1 0,1 0,-25 0,25 0,25 0,-50 0,24 0,1 0,0 0,-25 0,25 0,0 0,-25 0</inkml:trace>
  <inkml:trace contextRef="#ctx0" brushRef="#br0" timeOffset="33492.9157">16821 3796,'0'0,"24"0,1 0,-25 0,25 0,0 0,0 0,-25 0,24 0,1 0,-25 0,25 0,0 0,0 0,-25 0,24 0</inkml:trace>
  <inkml:trace contextRef="#ctx0" brushRef="#br0" timeOffset="34186.9554">16821 4143,'0'0,"24"0,-24-25,25 25,-25 0,25-25,0 25,-25 0,49-25,-24 25,0 0,-25 0,25 0,0 0,-25 0,24 0</inkml:trace>
  <inkml:trace contextRef="#ctx0" brushRef="#br0" timeOffset="47780.7328">17788 3498,'-25'0,"0"0,1 0,-1 0,0 0,25 0,-25-25,0 25,25 0,-24-25,-1 25,25-25,-25 1,25 24,0 0,0-25,0 0,0 0,0 25,0-25,0 1,0 24,0-25,25 0,0 0,-25 25,24 0,26 0,-50-25,25 25,24 0,-49 0,50 0,-25 0,0 0,24 0,-24 25,0-25,0 25,0-25,-25 25,0 0,24-25,-24 24,0 1,0-25,0 25,0 0,0 0,-24-25,-1 49,0 1,0-25,-25 24,1 26,-1-26,1 26,-1-26,0 26,26-50,-1 24,0 1,0-1,0-24,1 25,24-25,0-1,0-24,0 25,0-25,0 0,24 0,1 0,0 0,-25 0,25 0,0 0,-25 0,49 0,1-25,-25 1,-1-26,26 25,-25 25,0-25,-25 1,24-1,1 25,-25-25,0 0,0 0,0 25,0-24,0-1,0 25,0-25,0 25,0-25,-25 25,25-25,0 25,-24 0,24-24,-50 24,50-25,-25 0,-24 25,-1-25,50 25,-25-25,0 0,25 25,0-24,0-1,0 0,0 25,0-25,0 0,0 1,0 24</inkml:trace>
  <inkml:trace contextRef="#ctx0" brushRef="#br0" timeOffset="49189.8135">18532 3299,'0'0,"0"0,0 0,0 25,-24 25,24-50,0 25,0 24,-25-49,25 50,0-25,-25-1,25 51,0-26,0-24,-25 25,25 24,0-49,0 0,0 25,0-50,0 24,0 1,0 0</inkml:trace>
  <inkml:trace contextRef="#ctx0" brushRef="#br0" timeOffset="50115.8664">18904 3275,'-24'0,"24"0,-25 0,25 24,0-24,0 25,0 0,0 0,0 0,0-1,0 26,0-50,0 50,0-26,-25 1,25 50,0-26,0 1,0 0,0-1,0-49,0 50,0-25,0-25,0 24,0 1,0-25</inkml:trace>
  <inkml:trace contextRef="#ctx0" brushRef="#br0" timeOffset="50982.916">18483 3746,'0'0,"0"-25,25 25,-1 0,1-25,-25 25,25 0,0 0,0-25,-25 25,24 0,1 0,-25 0,25 0,0 0,0 0,-25 0,24 0</inkml:trace>
  <inkml:trace contextRef="#ctx0" brushRef="#br0" timeOffset="52491.0023">19153 3324,'0'0,"0"0,49 0,-24 0,0 0,0 0,-1 25,-24-25,0 0,25 25,-25 0,25-1,-25-24,0 25,0 0,0-25,0 50,0-26,-25 1,25 0,-25 0,25 0,-24-1,-1 1,25 0,-25-25,0 25,0 0,25-25,25 0,0 0,-25 0,25 0,0 0,-1 0,-24 0,25 0,25 0,-50-25,49 25,-24 0,-25 0,50 0,-25 0,-25 0,24 0,1 0,-25 0,25 0</inkml:trace>
  <inkml:trace contextRef="#ctx0" brushRef="#br0" timeOffset="60560.4638">20691 571,'0'0,"0"0,0 24,0 1,0 0,0-25,0 25,0 0,0-1,0 26,0 0,0-1,0 1,0 24,0-49,0 50,0-26,0-24,0 25,0-1,0-49,0 50,0-25,0-1,0 1,0 0,0-25,0 25,0 0,0-1,0-24,0 25,0 0</inkml:trace>
  <inkml:trace contextRef="#ctx0" brushRef="#br0" timeOffset="62452.5721">21013 620,'0'0,"0"0,0 0,0 25,0 0,0 0,-25-1,25 26,-24-50,24 50,-25-1,0-49,0 50,0-1,1 1,24-50,-25 50,0-25,0-25,25 24,-25 1,25 0,-25-25,25 0,-24 0,24 0,0-25,0 0,0 25,0-24,0-26,0 50,0-25,24 25,-24-25,0 0,25 25,-25 0,0 0,0-24,25 24,0 0,0 0,-25 0,25 0,-1 0,1 24,-25 1,50 0,-25-25,-25 25,24 25,1-50,0 24,-25 1,25 0,0-25,-1 0,-24 25,0 0,25-1,-25-24,25 25,-25 0,0-25,0 0,25 25,-25 0,25-25,-25 24,0-24,24 0,-24 25</inkml:trace>
  <inkml:trace contextRef="#ctx0" brushRef="#br0" timeOffset="63704.6436">21435 868,'0'0,"0"0,25 0,-25 0,49 0,-24 0,0 0,0 0,24 0,-24 0,25 0,-1-25,-49 25,25 0,0 0,0 0,-25 0,25 0,-1 0</inkml:trace>
  <inkml:trace contextRef="#ctx0" brushRef="#br0" timeOffset="64610.6955">21509 1191,'0'-25,"25"25,-25-25,25 25,-25 0,25-25,0 25,-1 0,1 0,25 0,-25 0,-1 0,1 0,0 0,-25 0,25 0,0 0,-1 0,-24 0,25 0,-25 0,25 0</inkml:trace>
  <inkml:trace contextRef="#ctx0" brushRef="#br0" timeOffset="90801.1934">22601 595,'-25'0,"0"0,25 0,0 0,-24 0,-1 0,0 0,25 0,-25 0,0 0,0 0,1 0,-1 0,25-24,-25 24,25-25,0 0,-25 25,25 0,0-25,0 0,0 1,0 24,0-25,0 0,0 25,0-25,25 25,0 0,0 0,-25 0,24 0,1 0,0 0,-25 25,25 0,-25-25,25 49,0-24,-25 0,0 0,0 24,24-49,-24 50,0 0,0-26,0 1,0 25,0-25,0-1,0 26,0-50,0 50,-24-1,24-24,-25 25,0-1,0 1,-25-25,26 24,-1 1,25-25,-25-25,0 25,0-25,25 24,-24-24,-1 0,25 0,0-24,0 24,0 0,0-25,0 0,-25 25,25-25,0 25,0-25,0 1,0 24,0-25,0 0,0 25,25-25,0 25,-1-25,1 1,25-1,-25 0,24 25,1 0,-50 0,50 0,-1 0,-49-25,25 25,0 0,0 0,-25 0,24 0,1 0,-25 0,25 0,-25 0</inkml:trace>
  <inkml:trace contextRef="#ctx0" brushRef="#br0" timeOffset="93028.3209">22998 521,'0'0,"0"0,0 25,-25 0,25-25,0 24,0 1,0 0,0-25,0 50,-25-1,25 1,-25 24,1 1,-1-1,25-49,-25 25,25-1,-25 1,25-50,0 25,-25-1,25-24,0 25,0-25,0 0,0-25,0 1,25 24,0-50,-25 0,25-24,0 49,-1-49,1-1,0 26,0-1,0 25,-25-24,25 24,-25 0,0 0,0 0,0 25,0-24,0-1,0 0,0 25,0-25,0 0,24 25,-24 0,0-24,25 24,-25 0,0 0,0 0,0 24,0 1,0-25,0 25,0 0,0 0,0 24,0-24,0 0,0 24,0-24,0 0,0 25,0-26,0 1,0 0,0 0,0-25,25 25,-25-1,25 1,0-25,-25 0,24 0,1 0,0 0,-25 0,25 0,0 0</inkml:trace>
  <inkml:trace contextRef="#ctx0" brushRef="#br0" timeOffset="94279.3924">22849 447,'0'-25,"0"25,0 0,25 0,0 0,-25 0,24 0,1 0,0 0,0 0,25 0,-50-25,49 25,-24 0,0 0,24 0,-49 0,25 0,0 0,0 0,-25 0,25 0,-1 0,1 0</inkml:trace>
  <inkml:trace contextRef="#ctx0" brushRef="#br0" timeOffset="95668.4719">22303 1488,'0'-24,"0"24,25 0,-25-25,50 25,-26 0,1 0,25 0,0 0,-26 0,26-25,24 25,-49 0,25 0,24 0,-24-25,24 25,1 0,-1 0,-49 0,25 0,-1-25,-49 25,50 0,-25 0,-25 0,24 0,1 0,0 0,-25 0,25 0,0 0,-1 0</inkml:trace>
  <inkml:trace contextRef="#ctx0" brushRef="#br0" timeOffset="97648.5852">22427 1737,'0'24,"-25"-24,25 50,0 0,-24-1,24 1,-25 24,25-24,-25-50,25 49,0-24,0-25,0 25,0-25,25 0,0 0,-25 0,24 0,1 0,0 0,-25 0,25 0,-25-25,25 25,-25-25,0 25,0-24,0 24,25 0,-25-25,0 0,24 0,-24 0,25-24,-25 24,25 0,-25 0,0 1,0 24,0-25,0 0,0 25,0 0,0 0,0 25,0 0,0-1,0 26,0-25,0 24,0-24,0 0,0 25,0-26,0 51,0-26,0-24,0 0,-25 25,25-25,0-25,0 24,0 1,0-25,0 25,0 0</inkml:trace>
  <inkml:trace contextRef="#ctx0" brushRef="#br0" timeOffset="99078.6669">22973 1885,'-25'0,"25"0,0 0,-25 25,25-25,0 25,-24-25,24 25,0 0,0-25,-25 24,25 1,0 0,0 0,0 0,0-1,0 1,0 25,0-50,0 25,0-1,0 1,0-25,0 25,0 0,0-25,0 0,25 0,-1 0,-24 0,25 0,0 0,0 0,0-25,0 25,-1-25,-24 25,25-25,-25 1,0 24,25-25,-25 0,0 0,25 25,-25-25,0 1,0 24,0-25,0 0,0 0,0 25,0-25,0 1,0-1,0 0,0 0,0 0,-25 1,25-1,-25 25,25-25,-25 25,1 0,-1-25,25 25,-25 0,0 0,0 0</inkml:trace>
  <inkml:trace contextRef="#ctx0" brushRef="#br0" timeOffset="100979.7757">23717 571,'0'0,"0"0,0 0,0 24,0 1,0-25,0 25,25-25,-25 25,0-25,0 25,0-1,25-24,-25 25,25-25,-25 25,25-25,-25 25,0 0,24-25,1 0,0 0,-25 0,25 0,0-25,-1 0,26-25,0 50,-1-49,1-1,-25 1,49-1,-24 0,-1 26,1-26,-25 25,24-25,1 1,0 24,-26 25,-24-25,25 25,0-25</inkml:trace>
  <inkml:trace contextRef="#ctx0" brushRef="#br0" timeOffset="107946.1741">20964 2803,'0'0,"0"25,0-25,0 25,0 0,0-1,0 1,0 25,0 0,-25-26,25 26,0 0,0-26,0 26,0 0,0-50,-25 49,25 1,0-25,0 24,0-24,0-25,0 25,0 0,0-1,0-24</inkml:trace>
  <inkml:trace contextRef="#ctx0" brushRef="#br0" timeOffset="109119.2412">20591 2853,'25'0,"0"0,-25 0,25 0,0 0,-1 0,-24 0,25 0,25 0,-50 0,50 0,-26 0,1 0,25 0,24 0,-49 0,49 0,-24 0,-25 0,24 0,-24 0,0 0,0 0,0 0,-25 0,25 0,-1 0</inkml:trace>
  <inkml:trace contextRef="#ctx0" brushRef="#br0" timeOffset="110005.2919">21286 3126,'0'0,"25"0,0 0,0 0,-1 0,1 0,-25 0,50 0,-25 0,-25 0,24 0,1 0,0 0,-25 0,25 0,0 0,-1 0,-24 0</inkml:trace>
  <inkml:trace contextRef="#ctx0" brushRef="#br0" timeOffset="110814.3382">21261 3498,'25'0,"0"-25,-25 25,25-25,0 25,-25 0,24 0,1 0,0 0,-25 0,25 0,0 0,-1 0,-24 0,25 0,0 0,-25 0,25 0,0 0,-1 0,-24 0</inkml:trace>
  <inkml:trace contextRef="#ctx0" brushRef="#br0" timeOffset="116627.6707">22229 2605,'0'0,"0"0,0 25,0-25,0 24,0 1,0 0,0 0,0 0,0-1,0 1,0 0,0 0,0 0,0-1,0 1,0 0,0 0,0 0,0-25,0 25,0-1,0 1,0-25</inkml:trace>
  <inkml:trace contextRef="#ctx0" brushRef="#br0" timeOffset="118006.7496">21981 3200,'0'0,"0"0,0 0,25 0,-1 0,1 0,25 0,-1 0,-24 0,50 0,-26 0,26 0,-51 0,26 0,-25 0,0 0,0 0,-1 0,-24 0,25 0,0 0,0 0,-25 0,25 0,-1 0</inkml:trace>
  <inkml:trace contextRef="#ctx0" brushRef="#br0" timeOffset="119652.8437">22303 3622,'0'0,"25"0,-25-25,25 25,-25-25,0 0,25 25,-25 0,0-24,0-1,0 25,0-25,0 0,0 0,0 25,-25 0,0 0,25 0,-25 0,0 0,25 0,-24 0,-26 0,25 0,25 25,-25 0,1-25,24 25,-25 0,25-25,-25 24,25 1,-25 25,25-25,0-1,0 1,-25 0,25 25,0-25,0 24,0 1,0-1,0 1,0-25,0 0,0 24,0-24,0 0,0 24,0-24,0 25,0-1,0 1,0-25,0 0,0 0,0-25,0 24,0 1</inkml:trace>
  <inkml:trace contextRef="#ctx0" brushRef="#br0" timeOffset="120530.8939">21807 4068,'0'0,"25"0,-25-24,49 24,-24 0,0 0,0 0,25 0,-50 0,24 0,26 0,-50 0,25 0,0 0,-25 0,24 0,1-25,0 25,-25 0,25 0,0 0</inkml:trace>
  <inkml:trace contextRef="#ctx0" brushRef="#br0" timeOffset="121514.9502">22948 3101,'0'0,"25"0,-25 0,25 0,0 0,0 0,-25 0,24 0,1 0,0-25,-25 25,25 0,0 0,-25 0</inkml:trace>
  <inkml:trace contextRef="#ctx0" brushRef="#br0" timeOffset="122244.9919">22948 3473,'0'0,"0"0,0-25,25 25,-25-25,25 25,0 0,0 0,-25 0,24 0,1-24,0 24,-25 0,0-25,25 25</inkml:trace>
  <inkml:trace contextRef="#ctx0" brushRef="#br0" timeOffset="123575.0681">23891 2456,'-25'0,"25"0,0 0,0 25,0 0,0-25,0 24,0 1,0-25,0 50,0-25,0-1,0 26,0 0,0-50,0 24,0 26,0-50,0 25,0 0,0-25,0 24,0 1,0 0,0-25,0 25,0 0</inkml:trace>
  <inkml:trace contextRef="#ctx0" brushRef="#br0" timeOffset="124669.1306">23420 3101,'0'0,"24"-25,26 25,-50 0,50 0,24 0,-49 0,49 0,-24 0,0 0,49 0,-25 0,25 0,-24 0,-25 0,24 0,0 0,1 0,-50 0,24 0,-24 0,25 0,-26 0,1 0,-25 0,25 0</inkml:trace>
  <inkml:trace contextRef="#ctx0" brushRef="#br0" timeOffset="127142.2721">23965 3647,'0'-25,"0"25,-24 0,-1 0,0-25,25 25,-25 0,0-25,1 0,24 1,0 24,-25-25,25 0,0 25,0-25,0 25,0-25,0 1,0 24,25 0,-25-25,24 25,-24-25,25 25,-25 0,25-25,0 25,0 0,-1 0,1 0,0 0,0 0,0 0,-1 0,-24 0,25 0,0 0,-25 0,25 25,0 0,0-25,-25 25,0-1,0 1,0-25,0 25,0 0,0-25,0 25,0-1,0 1,0 0,-25 25,-25-1,0-24,50 25,-49-1,-1 1,1 0,-1-26,-24 26,49-25,-50 24,26 1,-1-25,0 0,50-1,0-24,-24 0,24 25,0-25,0 0,24 0,1 0,0 0,-25 0,25 0,0 0,0 0,-1 25,1-25,0 0,0 0,24 0,-49 0,50 0,-25 0,0 0,-1 0,1 0,25 0,-25-25,-1 25,1-25,0 25,0 0,-25 0,25-24,0 24,-25-25,0 25,0-25,0 0,0 0,0 25,0-24,0-1,-25 0,25 25,-25-25,0 0,0 25,25-24,-25-1,1 0,-1 25,25-25,-25 0,0 1,25 24,-25 0,1 0,-1-25,25 25,-25-25,0 0,0 25,25 0,0-25</inkml:trace>
  <inkml:trace contextRef="#ctx0" brushRef="#br0" timeOffset="130443.4609">22973 3126,'0'0,"0"-25,25 25,0 0,0 0,-25 0,24 0,1 0,-25 0,0-25,25 25,0 0,0 0</inkml:trace>
  <inkml:trace contextRef="#ctx0" brushRef="#br0" timeOffset="131605.5274">22923 3374,'0'0,"0"0,0-25,25 25,-25 0,25 0,-25 0,25 0,0 0,0 0,-25 0,24 0,1 0,-25 0,25 0,0 0,0 0,-25 0,24 0,1 0,0 0,-25 0,25 0,0 0</inkml:trace>
  <inkml:trace contextRef="#ctx0" brushRef="#br0" timeOffset="132502.5787">22899 3151,'0'-25,"0"25,0-25,0 25,0-25,24 25,1 0,0 0,-25 0,25 0,0 0,-25 0,25 0,-1 0,1 0</inkml:trace>
  <inkml:trace contextRef="#ctx0" brushRef="#br0" timeOffset="137527.866">24015 1861,'25'0,"-25"0,25 0,-1 0,-24 24,25-24,-25 25,0-25,0 0,25 25,0-25,-25 25,25-25,-25 0,25 0,-1 0,-24 0,0 0,25-25,0 25,0-25,-25 0,25 1,-1-1,1-25,0 25,0-24,0 24,-1-25,1 25,0 1,-25-1,0 25,0-25,25 25,-25-25</inkml:trace>
  <inkml:trace contextRef="#ctx0" brushRef="#br0" timeOffset="140336.0266">25652 868,'0'0,"0"25,-24-25,24 0,0 25,0 0,0-1,0-24,-25 25,25 0,0 0,0 0,0 0,0-1,0-24,0 25,0 0,0-25,0 25,0 24,0-49,0 25,0 0,0 0,0 0,0-1,0 1,25-25,-25 0,24 0,-24 0,25 0,0 0,-25 0,25 0,-25-25,0 1,0 24,0-25,0 0,25 25,-25 0,0-25,24 0,-24 1,0 24,0-25,0 0,0 0,0 25,0-25,0 1,0 24,0-25,0 0,0 0,0 25,0 0,0 0,0 25,0 0,25-25,-25 0,0 25,25-25,-25 24,0-24,25 0,-25 25,0 0,0 0,25-25,-25 25,25-1,-25 1,24-25,-24 0,0 25,25 0,-25-25,25 0,-25 25,0-25,25 0,0 0,-25 0,0 0,24 0,-24-25,0 0,0 25,0-50,0 26,25-1,-25-25,0 1,0 49,25-50,-25 25,0 25,0-25,0-24,0 49,0-25,0 0,0 0,0 25,0-25,0 1,0 24,0-25,0 0,0 0,0 25</inkml:trace>
  <inkml:trace contextRef="#ctx0" brushRef="#br0" timeOffset="141686.104">26372 918,'0'-25,"0"25,25 0,-1 0,-24 0,25 0,0 0,-25 0,25 0,0 0,0 0,-25 0,24 0,1 0,0 0</inkml:trace>
  <inkml:trace contextRef="#ctx0" brushRef="#br0" timeOffset="142514.1513">26322 1216,'25'-25,"-25"25,25 0,0 0,-25 0,24 0,1 0,0 0,-25 0,25 0,0 0,0 0,-25 0,24 0,1 0,-25 0,25 0</inkml:trace>
  <inkml:trace contextRef="#ctx0" brushRef="#br0" timeOffset="166695.5343">24958 2952,'0'0,"0"0,49 0,-49 0,50 0,0 0,-50 0,49 0,-24 0,-25 0,25 0,0 0,-25 0,24 0,-24 0</inkml:trace>
  <inkml:trace contextRef="#ctx0" brushRef="#br0" timeOffset="167434.5767">24933 3399,'25'0,"-25"0,25-25,-1 25,-24-25,25 0,25 25,-25 0,-1 0,26-25,-25 25,-25-24,25 24,-1 0,-24-25,25 25</inkml:trace>
  <inkml:trace contextRef="#ctx0" brushRef="#br0" timeOffset="168950.6634">25578 2828,'0'0,"0"0,0 0,0 50,-25-26,0 26,25 0,-24-1,24-49,-25 50,25-25,0-25,0 49,0-24,0 25,0-1,0-24,0 50,0-26,0-24,0-25,0 25,0 0,25-25,-1 0,-24 0,25 0,0 0,-25 0,50 0,-26-25,1 0,25-49,-1 24,1 0,0 1,-25-1,-1 25,-24-24,0-1,0 25,0-24,0 24,0 0,0-25,0 1,0 24,0-25,0 26,0 24,0-25,0 0,-24 25,24 0,0-25,-25 25,0 0,0 0,25 0,-25 0,-24 0,49 0,-50 0,25 25,0 0,1-25,-1 25,25-25,0 24</inkml:trace>
  <inkml:trace contextRef="#ctx0" brushRef="#br0" timeOffset="169748.709">26273 2927</inkml:trace>
  <inkml:trace contextRef="#ctx0" brushRef="#br0" timeOffset="171187.7913">26521 2555,'0'0,"0"25,0 0,0 24,25 26,-25 24,24-25,-24 75,25 25,25-50,-25-25,-25 0,24 1,-24-51,0 1,0-25,0 0,0-1</inkml:trace>
  <inkml:trace contextRef="#ctx0" brushRef="#br0" timeOffset="172921.8904">26992 2704,'0'-25,"-25"25,0-25,25 25,0 0,-24-24,-1-1,25 0,-25 25,25-25,0 0,0 1,0 24,0 0,25 0,-25 0,25 0,-25 24,24 1,1 0,0 25,0-1,-25-24,25 25,-25-1,0 1,0-1,0 1,0 0,0-1,0 26,0-1,0-49,0 49,0-24,-25 0,25-50,-25 49,25-24,-25-25,25 25,-25 0,25-1,0-24,-24 0,-1 0,25 0,-25 0,0 0,0 0,25 0,0 0,0-24,0-1,0 0,0-25,0 50,0-49,0 24,0 25,0-50,0 26,25-1,0 0,-25 0,25 25,0-25,-1 1,-24 24,25-25,0 25,0 0,-25 0,25 0,0 0,-25 0,24 25,1-25,-25 24,25-24,-25 0,0 25,0 0,25-25,-25 0</inkml:trace>
  <inkml:trace contextRef="#ctx0" brushRef="#br0" timeOffset="174567.9846">27488 2729,'-25'0,"25"0,-24 0,24 0,-25 0,25 25,0-1,-25-24,25 0,0 25,0 0,0-25,0 25,0 0,0-1,0-24,0 25,0 0,0 0,0-25,0 0,25 25,0 0,-25-25,24 0,1 24,-25-24,0 25,25-25,0 25,0-25,-25 0,25 0,-1 0,1 25,0-25,0 25,0-1,-25-24,24 25,1 0,-25-25,25 25,-25 0,0-1,25-24,-25 0,0 25,0 0,0 0,0 0,-25-1,25 1,-25-25,25 25,-25 0,25 0,-24-25,-1 0,25 0,-25 0,25 0,-25 0,0 0,1 0,24 0,-25 0,0-25,0 25,25-25,0 25,0-25,-25 0,25 1,0 24,0-25,0 0</inkml:trace>
  <inkml:trace contextRef="#ctx0" brushRef="#br0" timeOffset="175563.0416">27563 2729,'0'0,"0"0,0-25,25 25,-1 0,1 0,-25 0,25-25,0 25,0 0,-25 0,24 0,1 0,-25 0,25 0,0 0,0 0</inkml:trace>
  <inkml:trace contextRef="#ctx0" brushRef="#br0" timeOffset="177651.161">28406 2828,'0'0,"0"-25,0 0,0 25,0-24,-25 24,1 0,24 0,-25 0,0 0,0 0,25 0,-49 0,24 24,25 1,-25-25,0 25,0-25,25 25,0 0,0-25,0 24,-25 1,25-25,0 25,0 0,0 0,0-25,0 25,0-25,0 24,25-24,0 25,0-25,-25 0,25 25,0 0,-1-25,-24 25,25-1,0 1,-25-25,0 0,0 25,25-25,-25 25,0 0,25-25,-25 0,0 24,0 1,0-25,0 25,0 0,0 0,0-25,-25 0,25 24,-25 1,0 0,25-25,-25 0,1 0,-1 0,25 25,-25-25,0 0</inkml:trace>
  <inkml:trace contextRef="#ctx0" brushRef="#br0" timeOffset="179415.2619">26347 2952,'0'0,"0"25,-25-25,0 25,25-25,-24 0,-1 0,0 0,25 0,-25 0,25 0,0 0,0 0,0 0,25 0,0 0,0 0,-25 0,24 0,1 0,-25 0,0 0,0 25,0-25,0 24</inkml:trace>
  <inkml:trace contextRef="#ctx0" brushRef="#br0" timeOffset="184540.5551">27290 447,'0'0,"-25"0,25 0,-25 0,25 0,-49 0,24 0,25 0,-25 0,0 0,0 0,25 0,-24 0,24 0,0-25,0 0,0 0,0 25,0-25,0 0,0 25,0 0,0-24,24 24,-24-25,25 25,0 0,-25 0,25 0,0 0,-25 0,0 0,0 25,0-25,24 24,-24 1,0-25,0 25,0 0,0 0,0 0,0 24,0-49,0 50,0-25,0-1,0 26,0 0,-24-26,24 26,0 0,0-26,-25-24,25 25,-25 0,25-25,-25 25,25 0,-25-1,1-24,-1 25,25 0,-25-25,0 0,25 0,-25 0,0 0,25 0,-24 0,24-25,0 25,0-25,0 1,0-1,0 25,0-25,0 0,0 25,0-25,24 1,-24-1,25 25,-25-25,25 25,0-25,-25 0,0 25,25 0,0 0,-25 0,24 0,-24 0,25 0,0 0,0 0,-25 0,25 25,-25 0,24-25,-24 25,0 0,25-1,0-24,-25 25,25-25,-25 25,0-25,25 0</inkml:trace>
  <inkml:trace contextRef="#ctx0" brushRef="#br0" timeOffset="185751.6243">27612 322,'0'0,"0"25,0 0,0-25,0 25,0 0,0 0,0-1,0 1,-24 0,24 0,0 24,0-49,-25 25,25 0,0 0,0-25,0 25,0-1,0 1,0-25,0 25,0 0,0-25,-25 0,25 25,0-1,0 1,0-25,0 0</inkml:trace>
  <inkml:trace contextRef="#ctx0" brushRef="#br0" timeOffset="186727.6802">27662 347,'0'0,"0"0,0 25,0 0,0-25,0 25,0 24,0-49,25 25,-25 25,0-25,0-1,0 1,0 0,0 0,25 0,-25-1,24 1,-24 0,25 0,-25 0,0-1,25 1,-25-25,0 25,25-25,0 0,-25 0</inkml:trace>
  <inkml:trace contextRef="#ctx0" brushRef="#br0" timeOffset="187928.7489">27463 372,'0'0,"25"0,-25-25,0 25,25 0,0 0,0 0,-25 0,25 0,-1 0,1 0,-25 0,25 0,0 0,-25 0,25 0,-1 0,1 0,-25 0,25 0,0 0,0 0,-25 0</inkml:trace>
  <inkml:trace contextRef="#ctx0" brushRef="#br0" timeOffset="190471.8942">28307 347,'0'0,"0"-25,0 25,0-24,-25 24,0 0,1 0,24 0,-25 0,0 0,25 0,-25 0,25 24,0-24,0 25,-25 0,25 0,0-25,-25 25,25 0,0-1,0-24,-24 50,24 0,0-50,0 49,0-24,0 0,0 0,0-1,0 26,0-25,0 0,0-1,0 1,0-25,0 25,0 0,0 0,0-25,0 24,0 1,0 0,0-25,0 25,0 0,0-25,0 25,0-1,0 1,0-25,0 25,0 0,0 0,0-25,0 24,0-24,-25 0,0 0,25 0</inkml:trace>
  <inkml:trace contextRef="#ctx0" brushRef="#br0" timeOffset="191674.9632">27984 744,'0'0,"0"0,25-25,0 25,0 0,-25 0,25 0,-1 0,1-24,-25 24,25 0,0 0,-25 0,25 0,0 0,-1 0,-24 0,25 0</inkml:trace>
  <inkml:trace contextRef="#ctx0" brushRef="#br0" timeOffset="192916.0341">28456 794,'0'0,"25"0,-25 0,24-25,1 25,0 0,-25-25,25 25,0 0,-1 0,-24 0,25 0,0 0,-25 0</inkml:trace>
  <inkml:trace contextRef="#ctx0" brushRef="#br0" timeOffset="193507.0679">28381 1166,'0'0,"25"0,0-25,0 25,0-25,-1 25,1-24,25 24,-50 0,25 0,-1 0,1 0,-25 0</inkml:trace>
  <inkml:trace contextRef="#ctx0" brushRef="#br0" timeOffset="195418.1773">29026 670,'-24'0,"24"0,-25-25,0 25,25-25,0 25,0-25,0 1,0 24,0-25,0 25,0 0,25 0,-25 0,25 0,-1 25,-24-1,0 1,25 0,-25 0,0 0,0-1,0 26,0-25,0 24,0 26,0-50,0 49,0 1,-25-51,1 26,-1 0,25-26,-25 1,25 0,0 0,0 0,-25-25,25 24,-25-24,25 25,-24-25,24 0,0 0,-25 0,25 25,-25-25,0 0,25 0,0 0,0-25,0 0,0 25,0-24,0-1,0-25,0 50,0-25,25-24,0 49,-25-25,0 0,25 0,-1 25,1 0,-25-24,25 24,0 0,0 0,-25 0,24 0,1 0,0 0,-25 0,0 0,0 0,25 0,0 24,-25 1</inkml:trace>
  <inkml:trace contextRef="#ctx0" brushRef="#br0" timeOffset="197350.2878">29399 695,'0'0,"0"0,0 24,0 1,0 0,0 49,0-24,0-25,-25 24,25 1,-25 0,25-50,-25 25,25-1,0 1,0-25,0 25,-25 0,25-25,0 0,0 0,0 0,0-25,0 25,25-25,0 0,-25 1,0-1,25-25,0 0,-25 50,24-49,-24 24,25 25,-25-25,0 0,0 1,0 24,0-25,0 0,0 25,0-25,0 0,0 1,0 24,0-25,0 0,0 25,0 25,0-25,0 25,0 24,0-24,25 25,-25 24,0 0,0-24,0 0,0-1,0-24,25 0,-25 0,0 0,25-1,-25 1,0-25,0-25,0 25,0-24,0 24,0-25</inkml:trace>
  <inkml:trace contextRef="#ctx0" brushRef="#br0" timeOffset="198464.3514">29299 595,'0'0,"0"0,25 0,0 0,0 0,-25 0,25 0,-1-24,1 24,0 0,0 0,0-25,-1 25,1 0,0 0,-25 0,25 0,0 0,-25 0</inkml:trace>
  <inkml:trace contextRef="#ctx0" brushRef="#br0" timeOffset="199389.4043">29895 843,'0'0,"0"0,0 25,0 0,0-25,-25 50,25-26,-25 1,0 25,0-25,25 0,-24 24,24-24,0-25,0 25,-25 0,0-1,25-24,0 25</inkml:trace>
  <inkml:trace contextRef="#ctx0" brushRef="#br0" timeOffset="200119.4461">29746 868,'0'0,"0"0,25 0,-25 25,24-25,-24 25,25 24,-25-49,0 50,25-25,-25-25,25 25,-25 0,0-1,25-24,-25 25,0 0,0 0</inkml:trace>
  <inkml:trace contextRef="#ctx0" brushRef="#br0" timeOffset="202739.596">30217 794,'0'-25,"0"-25,0 50,0-24,0-1,0 25,0-25,0 0,0 0,0 25,0-24,0-1,0 0,0 25,0 0,25 0,0 0,-25 0,25 0,-25 0,24 0,-24 0,0 25,0 0,25-25,-25 24,25 1,-25 0,25-25,-25 50,0-26,0-24,0 50,0-25,0 24,0 26,0-26,-25 1,0 0,-24-1,24 1,0-25,25 0,-25 24,0-49,1 25,24 25,-25-26,25-24,-25 25,25 0,0-25,0 25,0 0,0-1,0-24,0 25,0 0,0 0,25-25,-25 0,0 0,25 0,-1 0,-24 0,25 0,-25 0,25 0,-25-25,25 0,-25 25,0-49,0 24,0 0,0-25,0 1,0 24,0-25,0 26,0-26,0 0,0 26,0-26,0 25,0 0,-25 0,25 1,-25-1,25 0,0 0,0 0,-25 25,25-24,-24-1,24 0,-25 25,25 0</inkml:trace>
  <inkml:trace contextRef="#ctx0" brushRef="#br0" timeOffset="204050.671">29200 2332,'0'0,"0"0,25 0,-25 0,25 0,-1 0,1 0,-25-25,0 25,25 0,0 0,-25-25,0 25,25 0,0 0,-25 0,24 0,-24 0,25 0,0 0</inkml:trace>
  <inkml:trace contextRef="#ctx0" brushRef="#br0" timeOffset="204888.7189">29150 2704,'0'0,"0"0,25-25,0 25,-25-25,25 25,0 0,-1 0,1-24,0 24,0 0,0-25,0 25,-1 0,-24-25,25 25,0 0,-25 0</inkml:trace>
  <inkml:trace contextRef="#ctx0" brushRef="#br0" timeOffset="205804.7713">29771 1935,'0'25,"0"-25,0 25,0-1,0 1,0 0,0 25,0 24,0-49,0 49,0-24,0-25,0 24,0-24,0-25,0 25,0 0,0 0,0-25,0 24,0 1,0-25</inkml:trace>
  <inkml:trace contextRef="#ctx0" brushRef="#br0" timeOffset="207626.8755">30044 1910,'0'0,"0"25,0 0,0 0,0 24,0-24,0 49,0 1,0-1,0-49,0 25,0-1,0-24,0 25,0-25,0-25,0 24,0 1,0-25,0 25,0 0,0 0,0-25,0 0,0 0,24 0,1 0,-25 0,0-25,0 0,0 25,0-25,25 0,-25 1,0-26,0 0,0 50,0-49,0 24,0 0,0 0,0 0,0 25,0-24,0-1,0 25,0-25,0 0,0 0,-25 25,25 0,-25 0,25 0,0 0</inkml:trace>
  <inkml:trace contextRef="#ctx0" brushRef="#br0" timeOffset="210120.0181">30118 1811,'0'0,"0"25,-25-25,25 25,0-1,0 26,-25 24,25 1,0-50,0 24,0 26,0-51,0 1,0 25,0-50,0 25,0 0,0-25,0 24,0 1,0 0,0-25,0 25,0 0,0-1,0-24,0 25,0 0,0-25,25 25,0-25,-25 0,25 0,0 0,-25 0,24 0,-24 0,25 0,-25 0,25 0,-25-25,0 25,0-25,25 25,-25 0,25 0,-25-25,24 1,-24-1,0 25,0 0,0-25,0 0,0 0,0 25,0-24,0-1,0 25,0-25,0 0,0 0,0 25,0-25,0 1,0-1,0 25,0 0,-24-25,-1 25,25-25,0 25,-25 0,0 0,0 0,25 0,-24 25,24-25,-25 0,25 25</inkml:trace>
  <inkml:trace contextRef="#ctx0" brushRef="#br0" timeOffset="213028.1844">30614 1985,'0'0,"0"0,0 0,0 24,0 1,0 0,0 25,0-1,0 1,0-1,0 1,0-25,0 25,0-26,-25 1,25 0,0 0,0-25,0 25,0-1,0 1,0-25,0 25,0 0,0-25,0 0,0-25,0 0,0 25,0-25,0-24,0 49,0-25,0 0,0 25,0-25,25 1,-25-1,0 25,0-25,0 0,0 0,0 25,25-25,-25 1,0-1,0 25,0-25,0 0,0 25,0-25,0 1,0-1,0 25,0-25,0 0,25 0,0 25,-25 0,0 0,0 0,0 25,0-25,0 25,0-25,0 25,24 0,-24-1,25-24,-25 25,0 25,0-50,0 25,0-1,25 1,-25 0,25 0,-25 0,25 24,-25-24,0 0,24 0,-24 0,25-1,0-24,-25 0,25 0,0 0,-25-24</inkml:trace>
  <inkml:trace contextRef="#ctx0" brushRef="#br0" timeOffset="214278.256">30441 1985,'0'0,"24"0,1-25,-25 25,25 0,0-25,-25 25,49-25,1 25,-25 0,0 0,24 0,-49-25,25 25,0 0,0 0,-25-24,24 24,1 0,0 0,-25 0,25 0,0 0</inkml:trace>
  <inkml:trace contextRef="#ctx0" brushRef="#br0" timeOffset="216475.3816">31334 1935,'0'0,"-25"0,25 0,-25 0,0 25,0 0,25-1,-24-24,-1 25,0 0,25-25,0 25,0 0,-25-25,25 24,0-24,0 25,0 0,0-25,0 0,0 25,25-25,0 0,0 0,-25 0,24 0,1 0,0 0,-25 25,25-1,0-24,-25 0,0 25,24 0,1-25,-25 25,25-25,-25 25,0 0,0-1,0-24,0 25,0 0,-25-25,0 0,25 25,0 0,-24-25,-1 0,25 0,-25 0,0 0</inkml:trace>
  <inkml:trace contextRef="#ctx0" brushRef="#br0" timeOffset="217579.4448">31036 1761,'0'-24,"0"-1,0 25,25 0,0 0,-25-25,0 25,24 0,1-25,-25 25,25-25,0 25,0 0,-25-25,0 25,24-24</inkml:trace>
  <inkml:trace contextRef="#ctx0" brushRef="#br0" timeOffset="218515.4983">31334 1315,'0'25,"0"-25,0 24,0 51,0-50,24 24,-24 26,0-51,0 26,0 0,0-50,0 25,0-1,0 1,0-25,0 25</inkml:trace>
  <inkml:trace contextRef="#ctx0" brushRef="#br0" timeOffset="228053.0439">3994 14959,'0'0,"0"0,0 49,25-24,0 0,-25 0,50 25,-26-26,26 26,-25 0,0-26,-1 26,1-50,-25 50,25-26,-25-24,0 25,25 0,-25 0,25-25,-25 0,25 25,-25-1,0-24,24 25,1-25,-25 0,25 0,-25 0,25 0,-25-25,25-24,-25 24,24-25,-24 1,0 24,0-25,25 1,-25 24,0 0,25 0,-25 1,0 24,0-25,0 0,25 0,-25 25,0-25,0 0,25 25,-25-24,0-1</inkml:trace>
  <inkml:trace contextRef="#ctx0" brushRef="#br0" timeOffset="229374.1194">4937 15108,'25'0,"0"0,-25 0,49 0,-24 0,-25 0,50 0,-25 0,-25 0,24 0,1 0,0 0,-25 0,25 0,0 0</inkml:trace>
  <inkml:trace contextRef="#ctx0" brushRef="#br0" timeOffset="230351.1753">4937 15381,'0'0,"0"0,25 0,0 0,0 0,-1 24,1-24,0 0,-25 0,25 25,24-25,-49 0,25 0,0 0,0 0,-25 0,25 0,-1 0,1 0</inkml:trace>
  <inkml:trace contextRef="#ctx0" brushRef="#br0" timeOffset="235099.4469">4937 15182,'0'-25,"0"25,0 0,25 0,0 0,-25 0,25 0,-1 0,1 0,-25 0,25 0,0 0,0 0,-25 0,24 0,1-24,-25 24</inkml:trace>
  <inkml:trace contextRef="#ctx0" brushRef="#br0" timeOffset="236290.515">4863 15480,'0'0,"0"0,25 0,-25-25,24 25,-24-25,25 25,-25 0,25 0,0 0,0 0,-1 0,1 0,-25 0,25 0,0 0,0 0,-1 0,1 0,0 0,-25 0,25 0,0 0,-1 0,-24 0,25 0</inkml:trace>
  <inkml:trace contextRef="#ctx0" brushRef="#br0" timeOffset="240498.7557">15208 14934,'0'0,"50"0,-50 0,49 0,1 0,-1 0,26 0,-1 0,-24 0,49 0,-24 0,24 0,-25 0,-24 0,49 0,-25 0,26 0,-1 0,-25 0,26 0,-1 0,-25 0,1 25,-26-25,1 0,24 25,-24-25,-25 0,0 0,-1 0,1 0,0 0,0 0,24 0,51 0,49-25,-25 25,0 0,49 0,1 0,0 0,-1 0,-49 0,50 0,49 0,-49 0,0 0,-1 0,-49 25,-24-25,24 0,-25 24,0 1,-25-25,1 25,-26-25,1 25,0-25,-25 0,-1 0,100 0,0 0,-24 0,24-50,-25 50,25 0,25 0,-25 0,-25-25,25 25,-25 0,1 0,-1 0,-50 0,26 0,-1-24,1 24,-26 0,1 0,-25 0,-25 0,25-25,-1 25,1 0</inkml:trace>
  <inkml:trace contextRef="#ctx0" brushRef="#br0" timeOffset="251673.3949">5756 14686,'0'-25,"0"25,-25 0,0 0,0 0,25 0,-24 0,-1 0,25 0,0 0,-25 0,25 25,-25-25,25 25,-25-25,25 0,0 25,0-1,0-24,-24 25,24 25,-25-25,25-1,-25 26,25-25,-25 0,25-1,0 1,0-25,0 50,0-25,0 0,0 24,25 26,0-51,0 26,24 0,-24-1,0 1,-25-50,0 49,25-24,-1-25,-24 25,0 0,0-25,0 25,0-1,0 1,0-25,0 0,0 0,-24 0,24 0,-25 0,0 0,0 0,25 0,-25 0</inkml:trace>
  <inkml:trace contextRef="#ctx0" brushRef="#br0" timeOffset="252825.4608">5359 15207,'0'0,"0"0,25 0,-1 0,1 0,-25 0,0 0,25 0,25 0,-50-25,25 25,24 0,-24-25,0 25,0 0,-1-24,1 24,0 0,0 0,-25 0,25 0,-1 0,-24 0,25 0</inkml:trace>
  <inkml:trace contextRef="#ctx0" brushRef="#br0" timeOffset="254973.5836">6252 14612,'0'0,"0"24,0-24,0 50,0-25,25 24,0 1,-1 24,-24-49,25 50,0-1,0-24,0 24,-25-49,0 25,0-1,24-49,-24 50,0-25,25-25,-25 24,0 1,25 0,-25-25,0 25,0-25,0 0,0-25,-25 0,25 0,0 25,-25-24,25-26,0 50,0-25,-24 0,24 1,0 24,-25-25,25 0,0 25,0-25,-25 0,0 1,25 24,-25 0,25-25,0 25,0-25,-24 25,-1 0,0 0,25 0,0 0,-25 0,25 25,0-25,-25 0,25 25,0-1,0 1,-24-25,24 25,-25 0,25-25,-25 25,25-1,0 1,-25-25,25 25,-25 0,25 0,0-25,0 24,-24-24,24 25,0-25,0 0,0 25,0 0,0 0,0-25,0 0,0 0</inkml:trace>
  <inkml:trace contextRef="#ctx0" brushRef="#br0" timeOffset="256589.6761">6847 15033,'0'0,"25"0,0 0,-25 0,25 0,0 0,-1 0,1 0,25 0,-50-25,49 25,-24 0,-25 0,25 0,0 0,0 0,-25 0,25 0,-1 0</inkml:trace>
  <inkml:trace contextRef="#ctx0" brushRef="#br0" timeOffset="257555.7313">6947 15281,'0'0,"0"0,24 0,1 0,-25 0,25 0,0 0,0 0,-25 0,24 0,1 0,-25 0,50 0,-25 0,0 0,-25 0,24 0,1 0,-25 0,25 0,0 0,0 0,-25 0</inkml:trace>
  <inkml:trace contextRef="#ctx0" brushRef="#br0" timeOffset="259761.8575">8063 14512,'0'0,"0"25,0-25,0 25,0 0,0 0,0-1,0 26,0-25,25 0,-25 24,25 1,-1-25,-24 24,25 1,-25-50,25 49,-25 1,0-25,0 0,25 24,0-24,-25 0,0 0,25 0,-25-25,0 0,0 0,0-25,0 0,0 25,-25-25,25 0,0 25,-25-24,0-1,0 0,25 25,-25 0,1-25,24 0,0 25,-25-25,0 25,25 0,-25 0,25-24,0 24,-25-25,1 25,24 0,-25 0,25 0,-25 0,25 0,-25 0,25 25,0-25,0 24,-25 1,25 0,-24-25,24 50,-25-25,25-1,0 1,0 0,0-25,-25 25,25 0,0-1,-25-24,25 25,0 0,0-25,0 25</inkml:trace>
  <inkml:trace contextRef="#ctx0" brushRef="#br0" timeOffset="260974.9269">7666 15480,'0'0,"25"0,-25 0,25 0,0 0,-25 0,24 0,26 0,-50 0,25 0,24 0,-49 0,50 0,0 0,-1 0,1 0,-1 0,-24 0,25 0,0 0,-26 0,26 0,-25 0,0 0,-1 0,26 0,-50 25,25-25,0 0,-25 0,24 0</inkml:trace>
  <inkml:trace contextRef="#ctx0" brushRef="#br0" timeOffset="262059.9889">8237 15877,'0'0,"0"0,0 25,0-25,0 74,0-24,0-1,0 26,0-1,-25 0,25-49,0 50,0-26,0-24,0 25,0-25,0-1,0 1,0 0,0-25,0 25,0 0,-25-25</inkml:trace>
  <inkml:trace contextRef="#ctx0" brushRef="#br0" timeOffset="263092.0479">7889 16050,'0'0,"0"0,25 0,0 0,-25 0,25 0,0 0,-25 0,49 0,-24 0,-25 0,50 0,-1-24,-24 24,25 0,-25 0,-1 0,1 0,25 0,-50 0,25 0,-1 0,-24 0,25 0,0 0,0 0,-25 0,25 0</inkml:trace>
  <inkml:trace contextRef="#ctx0" brushRef="#br0" timeOffset="264590.1337">9031 15133,'24'0,"1"0,-25 0,25 0,0 0,0-25,-25 25,49 0,-24 0,-25-25,25 25,0 0,-25 0,24 0,1 0,0 0,-25 0</inkml:trace>
  <inkml:trace contextRef="#ctx0" brushRef="#br0" timeOffset="265920.2097">9179 15405,'0'0,"25"0,-25 0,25 0,0 0,-25 0,25 0,24 0,-24 0,25 0,-1 0,-24 0,50 0,-26 0,-49 0,50 0,-25 0,-25 0,24 0,1 0</inkml:trace>
  <inkml:trace contextRef="#ctx0" brushRef="#br0" timeOffset="267399.2943">9080 15108,'0'0,"25"0,0-25,-25 25,25 0,-1-25,-24 25,25 0,25 0,-50 0,25 0,-1 0,1 0,-25 0,25 0,0 0,0 0,-25 0,25 0,-1 0,-24 0,25 0,0 0,0 0,-25 0,25 0,-1 0</inkml:trace>
  <inkml:trace contextRef="#ctx0" brushRef="#br0" timeOffset="308457.6426">10147 14760,'0'0,"0"0,0 0,0 25,-25 0,25-25,0 25,0 0,0-1,0-24,0 25,0 0,0-25,0 25,0 0,0-1,0 1,0 0,0 0,0 0,0 0,0-1,0-24,0 25,0 0,25-25,-25 25,25-25,-25 0,0 0,25 0,-1 25,-24-25,25 0,0 0,0 0,-25 0,25 0,-1 0,1-25,0 0,0 0,0 25,-25-25,0 1,24-1,-24 25,25-25,-25 0,25 0,-25 25,0-25,25-24,-25 49,0-25,0 0,0 25,0-25,0 1,0-1,0 25,0-25,0 0,0 25,0 0,-25 0,25 25,0-25,0 25,0 0,0-1,0-24,0 25,0 0,0-25,0 25,0 0,0-1,0-24,0 0,0 25,0 0,25 0,0-25,-25 0,25 0,-25 0,24 0,1 0,-25 0,25 0,0 0,0 0,-25 0,24 0,1 0,0-25,0 25,0-25,-1 25,-24-25,25 1,0-1,-25 25,0-25,25 0,-25 25,0-25,0 1,0-1,0 25,0-25,0 0,0 0,0 1,0-1,0 0,0 0,0 0,0 1,0 24,0-25,-25 25,25-25,-25 25,25 0</inkml:trace>
  <inkml:trace contextRef="#ctx0" brushRef="#br0" timeOffset="310152.7397">10147 15604,'0'-25,"0"25,0-25,25 25,0 0,-1-25,26 25,24 0,-49-24,25 24,24-25,-24 25,-25 0,24-25,1 25,0-25,-1 0,1 25,-1-24,-24 24,25 0,-25 0,-25 0,24 0,1 0,0 0,-25 0,25 0,0 0,-25 0,25 0,-1 0,1 0,-25 0,25 0,-25 0</inkml:trace>
  <inkml:trace contextRef="#ctx0" brushRef="#br0" timeOffset="311453.8141">10420 16050,'-25'0,"25"0,0 0,0 25,0-25,0 25,0 0,0 0,0-1,0 26,0-25,0 49,0 1,0-1,0-24,0-1,0 1,0-25,0 24,0 1,0-50,0 25,0 0,0-25,0 24,0 1</inkml:trace>
  <inkml:trace contextRef="#ctx0" brushRef="#br0" timeOffset="312980.9015">10866 16026,'0'0,"0"24,-24 1,24-25,0 25,0 25,-25-50,0 24,0 26,25-50,-25 50,1-26,-26 1,50 25,-50-1,26-24,-1 0,0 0,0 0,0 0,0-25,25 0,-24 0,-1 0,25 0,0 0,0-25,0 0,0 25,0-25,0 25,0-25,25 0,-25 25,24 0,1 0,0 0,-25 0,25 25,25 25,-50-50,49 50,-24-26,0-24,-25 50,25-25,-1-25,1 0,-25 25,0-1,25-24,-25 25,25-25,-25 0,0 0,25 0</inkml:trace>
  <inkml:trace contextRef="#ctx0" brushRef="#br0" timeOffset="315050.0198">10519 16522,'0'0,"0"0,0 0,25 0,-25 25,25-25,-25 24,0-24,49 25,-24-25,-25 25,25-25,25 25,-50-25,24 25,1-25,0 24,0-24,0 25,-1 0,-24-25,25 0,0 0,-25 25,25-25,0 25,-1-25,-24 0,0 0</inkml:trace>
  <inkml:trace contextRef="#ctx0" brushRef="#br0" timeOffset="325593.6228">4590 16844,'0'-25,"0"25,0 0,25 0,24 0,-49 0,50 0,-1 0,-49 0,25 0,0 0,-25 0,25 0,0 0,0 0,-25 0,24 0,1 0,0 0,-25 0,0 25</inkml:trace>
  <inkml:trace contextRef="#ctx0" brushRef="#br0" timeOffset="326568.6786">4565 17167,'0'0,"0"0,0 0,0 0,25 0,-25-25,25 25,-1 0,-24 0,25 0,0 0,0 0,-25 0,25 0,-1 0,-24 0,25 0,0 0,0 0,-25 0,25 0,0 0,-1 0,-24 0,25 0</inkml:trace>
  <inkml:trace contextRef="#ctx0" brushRef="#br0" timeOffset="331001.9322">5681 16621,'-24'-25,"-1"25,25-25,-25 25,0-24,25-1,-25 25,25-25,0 25,0-25,-24 0,24 25,0-25,0 1,0-1,0 25,0-25,0 0,0 0,0 25,0-24,24 24,1-25,0 25,0 0,0 0,-1 0,-24 0,25 0,0 0,-25 0,0 0,0 25,25-25,-25 24,25 1,-25 0,0 0,0 0,0-1,0-24,0 50,0-25,0-25,0 50,0-26,-25 1,0 25,0-25,0 24,-24-24,24 0,0 24,0 1,1-50,-1 50,25-26,-25-24,0 25,25 0,-25-25,25 25,0-25,0 0,0 25,0-1,0-24,0 25,0 0,0 0,0-25,0 0,0 25,0-25,25 25,0-25,-25 0,50 0,-26 0,-24 0,25 0,0 0,-25 0,25 0,-25 0,25 0,-25-25,24 25,-24-25,0 0,0 0,0 25,0-25,0 1,0 24,0-25,0 0,0 0,0 25,0-25,0 1,-24-1,24 25,-25-25,25 0,0 25,0 0,-25-25,25 1,0-1,-25 25,25 0,0-25,0 25,0-25,0 0,0 25</inkml:trace>
  <inkml:trace contextRef="#ctx0" brushRef="#br0" timeOffset="332125.9965">6302 16497,'0'0,"-25"0,25 0,0 25,-25-25,25 25,0-1,-25-24,25 25,0 25,-25-50,1 49,24-24,-25 0,25 0,-25 24,0-24,0 25,1-25,24-1,0 1,0 0,-25-25,25 25,-25-25,25 25,-25-25,25 24,0 1</inkml:trace>
  <inkml:trace contextRef="#ctx0" brushRef="#br0" timeOffset="333033.0483">5979 16621,'0'0,"0"25,0 0,0-1,25-24,-25 25,25 0,-25 0,25 0,-1-1,1 1,-25 0,25 0,0 0,0-1,-25 1,24 0,1-25,-25 25,25 0,0-1,0-24,-25 0,0 0,0 25</inkml:trace>
  <inkml:trace contextRef="#ctx0" brushRef="#br0" timeOffset="335575.1938">6674 16472,'-25'0,"25"0,0 0,0 25,0 0,0-25,0 49,0-24,0 0,0 0,0 0,0-1,0 1,0 0,0-25,0 25,0 0,0-1,0-24,0 25,0 0,0 0,25-25,0 0,-25 25,24-25,1 0,0 0,-25 0,25 0,0 0,-25 0,24 0,-24 0,25 0,-25-25,25 0,-25 0,0 25,25-49,0 24,-25 25,24-25,-24 0,0 0,0 25,0-24,0-1,0 0,0 25,0-25,0 0,0 25,0-24,0 24,0 0,0 49,0-24,0-25,0 50,-24-1,24-24,0 25,0 24,-25-49,25 24,0 26,0-50,0 49,0-24,0-25,0-1,0 26,0-50,0 25,0 0,0-1</inkml:trace>
  <inkml:trace contextRef="#ctx0" brushRef="#br0" timeOffset="337103.2812">7220 16770,'0'0,"0"0,0 25,0-25,0 24,0 1,0 0,0 0,0 24,-25-49,25 50,0-25,-25 0,25 24,0-24,0 0,0 0,0 0,0-25,0 24,0 1,0 0,0-25,0 25,25-25,-25 25,0-25,25 24,-1-24,1 0,-25 0,25 0,0 0,0 0,-25 0,24 0,1-24,-25-1,0 25,25-25,-25 0,0 0,25 25,-25-24,0-26,0 50,25-50,-25 25,0 1,0-1,0 0,0 25,0-25,0 25,0-25,-25 25,25-24,-25 24,0-25,25 0,-25 25,25 0,0 0,0-25,-24 25,24-25,-25 25,25-24,-25 24</inkml:trace>
  <inkml:trace contextRef="#ctx0" brushRef="#br0" timeOffset="338896.3837">4714 18060,'0'0,"25"0,-25 0,24 0,1 0,0 0,-25 0,25 0,25 0,-50 0,24 0,1 0,-25 0,25 0,0 0,0 0,-25 0,24 0,1 0,0 0,-25 0,25 0,-25 0,25 0</inkml:trace>
  <inkml:trace contextRef="#ctx0" brushRef="#br0" timeOffset="339782.4344">4763 18333,'0'0,"25"0,-25 0,25 0,0 0,0 0,0 0,-1 0,1 0,-25 0,25 0,0 0,0 0,-25 0,24 0,1 0,-25 0,25 0,0 0,0 0,-25 0,24 0,1 0,0 0,-25 0</inkml:trace>
  <inkml:trace contextRef="#ctx0" brushRef="#br0" timeOffset="342552.5929">5433 17712,'0'-24,"0"24,0-25,0 25,25 0,0 0,0 0,-25 0,25 0,24 0,-49 0,25 0,0 0,0 0,-25 25,0-25,0 0,24 24,-24 1,0 0,0-25,0 25,0 0,0-25,0 25,0-1,0-24,0 25,-24-25,24 25,-25 0,0 0,25-25,0 0,0 0,0 0,25 0,0 0,-25 0,24 0,26 0,-50 0,25 0,0 0,-25 24,24-24,-24 25,25-25,-25 0,0 25,25-25,-25 25,0 0,0-25,0 24,0 1,0 0,0-25,0 25,-25 0,0-25,25 24,-24 1,-1 0,25-25,-25 25,0 0,0-25,25 24,0-24,-24 0,-1 0,0 25,25-25,-25 0,25 25,-25-25,25 0,0 0</inkml:trace>
  <inkml:trace contextRef="#ctx0" brushRef="#br0" timeOffset="344767.7196">6128 17812,'0'0,"-25"0,25 0,-25 0,1-25,24 0,0 0,0 25,0-25,0 1,0-1,0 25,0 0,0-25,24 25,1-25,-25 25,25 0,0 0,-25 0,25 0,-25 0,0 25,24-25,-24 25,25 0,-25 24,25-24,-25 25,0 24,0-49,25 49,-25-24,0 0,0-26,0 26,0-25,0-25,0 49,0-24,0-25,0 25,0 0,0-25,0 25,-25-1,0 1,25-25,0 25,-25 0,1 0,24-25,0 0,0 24,-25-24,0 0,25 25,-25-25,25 0,-25 0,1 0,-1 0,25 0,0 0,0-25,0 25,-25 0,25-24,0-1,0 0,0 25,0 0,0-25,0 25,0-25,25 25,0-24,-1 24,-24 0,25 0,0-25,0 25,-25 0,25 0,-1 0,-24 0,25 0,0 0,0 0,-25 0,25 0,24 0,-49 0,25 0,0 0,0 0,-25 25,0-25,24 0,-24 24,25-24,0 0,-25 25</inkml:trace>
  <inkml:trace contextRef="#ctx0" brushRef="#br0" timeOffset="346473.8171">6674 17837,'0'24,"0"-24,0 25,0-25,0 25,0 0,0-25,-25 25,25-1,0 1,0-25,0 25,0 0,0 0,0-25,0 49,0-24,0 0,0 0,0-1,0 1,0 0,0 0,0-25,0 25,0-1,0 1,25-25,-25 0,25 0,-1 25,1-25,-25 0,25 0,0 0,0 0,-25 0,24 0,1 0,-25 0,0 0,25 0,-25-25,25 25,0-25,-25 1,0 24,0-25,24-25,-24 50,25-25,-25-24,0 49,25-25,-25 0,0 0,0 25,0-24,0-1,0 0,0 25,0-25,-25 25,25-25,-25 25,25-24,-24 24,24-25,-25 25,25 0,-25-25,0 25,0 0,25 0,-24-25,-1 25,0 0,25 0,-25 0,0 0</inkml:trace>
  <inkml:trace contextRef="#ctx0" brushRef="#br0" timeOffset="349025.9631">7641 17886,'0'0,"-25"0,1 0,-1 0,25 0,-25 25,0-25,25 25,-25-25,1 25,24-25,-25 0,25 24,0-24,0 25,-25 0,25-25,-25 25,25 24,0-49,-25 25,25 0,0 0,0-25,0 25,0-1,0-24,0 25,0 0,0 0,0-25,0 25,0-1,0-24,25 0,0 0,-25 0,25 0,0 0</inkml:trace>
  <inkml:trace contextRef="#ctx0" brushRef="#br0" timeOffset="351174.086">7939 18010,'0'0,"0"0,0 25,0-25,-25 25,25 0,0-1,0 1,-25 0,25-25,0 25,0 0,0-1,0 1,0 0,0 0,0-25,0 25,0-25,0 0,0-25,0 0,0 0,0 25,0-25,25 1,-25 24,0-25,25 0,-25 0,25 25,0 0,-1-25,1 1,0 24,-25 0,25 0,0 0,-1 0,-24 0,25 0,-25 0,25 0,-25 24,0-24,0 0,25 25,-25 25,0-50,0 25,0-1,0 1,0-25,0 25,0 0,0-25,0 0,0 25,0-25,0 24,-25 1,0-25,25 0,0-25,0 1,0 24,0-25,0 0,0 25,0-25,0 0,0 1,25-1,0 0,-25 0,0 25,25-25,0 1,-25-1,24 25,1-25,-25 0,25 25,-25 0,0-25,25 25,0 0,-25 0,0 25,24-25,-24 25,0-25,0 25,0 0,0-1,0-24,0 50,0-25,0-25,0 25,0-1,0-24,0 25,0 0,0 0,0-25,0 25,0-1,0 1</inkml:trace>
  <inkml:trace contextRef="#ctx0" brushRef="#br0" timeOffset="352219.1457">9006 17737,'0'25,"-25"-25,25 0,0 25,-25 25,25-26,-25 26,1 49,-1-24,0-1,0 0,0-49,0 50,1-26,-1 1,25-25,0 24,0-24,-25 0,25 0,0 24,0-49,-25 25,25 0,0 0,0-25,0 25</inkml:trace>
  <inkml:trace contextRef="#ctx0" brushRef="#br0" timeOffset="353707.2309">9477 18184,'0'0,"0"0,0-25,-25 0,25 25,-24 0,-1 0,0 0,25 0,-25 0,0 0,0 0,25 0,-49 0,24 0,25 0,-50 0,26 25,24 0,-25-25,0 25,0-1,25-24,0 25,-25 0,1 0,24-25,0 25,0-25,0 24,0 1,0-25,0 0,24 0,1 0,0 25,25 0,-50 0,49-25,-24 0,-25 24,25-24,-25 25,25-25,-25 0,24 25,-24 0,0 0,0-25,0 25,0-1,0 1,0-25,-24 0,-1 0,25 0,-25 25,0-25,0 0,1 0,-1 25,0-25,25 0,-25 0,0 0,1 0</inkml:trace>
  <inkml:trace contextRef="#ctx0" brushRef="#br0" timeOffset="356406.3853">3796 17837,'0'0,"0"0,0 24,25 1,-25 0,25 0,-1 24,1 1,0-25,0 49,0-24,-25-25,0-1,24 1,1 0,-25-25,25 25,-25 0,0-1,25-24,-25 25,25-25,-25 25,0-25,24 0,-24 0,0-25,0 25,0-25,25 1,-25-1,0-25,25 1,0-1,0 25,-25-24,0-1,24 25,-24-24,25 24,0 0,0 0,-25 0,0 1,0 24,25-25,-25 0,25 0,-25 25,0-25,0 0</inkml:trace>
  <inkml:trace contextRef="#ctx0" brushRef="#br0" timeOffset="380970.7903">4937 967,'25'0,"0"0,-25 0,25 0,-1 0,1 0,0 0,0 0,-25 0,49 0,-24 0,-25 0,25 0,0 0,0 0,-25 0,24 0,1 0,0 0,-25 0,25 0,0 0,-25 0</inkml:trace>
  <inkml:trace contextRef="#ctx0" brushRef="#br0" timeOffset="381985.8482">4962 1290,'25'0,"-25"-25,0 25,25 0,-1 0,1 0,-25 0,25 0,0 0,-25 0,25 0,-1 0,1 0,-25 0,25 0,0 0,0 0,-25 0,24 0,1 0,-25 0,25 0,0 0,0 0,-25 0</inkml:trace>
  <inkml:trace contextRef="#ctx0" brushRef="#br0" timeOffset="384359.9841">5954 670,'0'0,"0"0,0 25,-25 24,25-24,0-25,0 50,0-26,-24 26,24 0,0 24,0-49,-25 25,25-1,0-24,0 25,-25-1,25-24,0 0,0 24,0-49,0 25,0 0,-25-25,25 25,0 0,0-1,0-24,0-49,0 49,0-25,0 0,0 0,0 1,0-26,25 0,0-24,0 0,-25-1,24 1,1-1,0 1,-25-1,25 26,0-1,0 25,-25-24,24 24,-24 0,0 25,25-25,0 25,0 0,-25 0,25 0,-1 0,1 0,-25 0,0 25,0 0,0 0,0-25,0 25,0 24,0-49,0 50,0-25,0-1,0 1,0 0,0 25,0-1,0-24,0 25,0-1,0-24,0 25,0 24,0-49,0 0,0 24,0-24,0 0,0 0,0 0,0-25,0 24,0 1</inkml:trace>
  <inkml:trace contextRef="#ctx0" brushRef="#br0" timeOffset="385464.0473">5929 1092,'0'-25,"0"25,0 0,25 0,0 0,0 0,-25 0,25 0,0 0,-1 0,-24 0,25 0,0 0,-25 0,25 0,0 0,-1 0,-24 0,25 0</inkml:trace>
  <inkml:trace contextRef="#ctx0" brushRef="#br0" timeOffset="388352.2124">6922 571,'0'0,"0"0,-25 0,25 0,-25 0,0 0,1 0,24 0,-25 0,0 0,0 0,25 0,-25 0,1 0,24 0,-25 0,25 0,-25 0,0 0,25 0,0 24,-25-24,1 25,-1-25,25 25,0 0,0 0,0-25,0 24,0 1,0 0,0-25,0 25,0 0,0-25,0 24,25-24,-25 0,24 0,-24 25,25-25,0 0,0 25,-25-25,25 0,-1 0,-24 0,25 0,0 0,0 0,-25 0,0 0,25 0,-1 25,1 0,-25-25,25 24,0-24,-25 0,0 0,0 25,25 0,-25 0,0-25,0 25,0 0,0-25,0 0,0 24,0 1,-25-25,0 25,25-25,0 25,-25 0,0-25,1 24,24-24,0 0,-25 25,0-25,0 0,25 0,-25 0,1 0,24 0,-25 0,0 0,25 0,-25 0,25 0,0 0,-25 0,25-25,-24 25,24-24,0-1,0 25,0 0</inkml:trace>
  <inkml:trace contextRef="#ctx0" brushRef="#br0" timeOffset="389238.2631">7095 744,'0'0,"0"25,0 0,0-25,0 25,0-1,0 1,0 0,0 0,0 0,0 24,0-24,0-25,0 50,0-25,0-25,0 24,0 1,0 0,0-25,0 25</inkml:trace>
  <inkml:trace contextRef="#ctx0" brushRef="#br0" timeOffset="390293.3235">7170 595,'0'-24,"0"24,0-25,0 0</inkml:trace>
  <inkml:trace contextRef="#ctx0" brushRef="#br0" timeOffset="392106.4272">7269 670,'0'25,"0"-1,0 51,-25-1,25 1,0-26,0 26,0-26,0-24,0 25,0-25,0-25,0 24,0 1,0-25,0-25,0 25,0-24,0-1,0 0,0 25,0-25,0 0,25 25,-25-49,25-1,0 25,0 0,-1-24,-24 24,25 25,-25-25,25 0,0 1,-25 24,25 0,-25-25,24 25,1 0,-25 0,25 0,0 0,-25 0,25 0,-25 25,0-1,0 1,0-25,0 50,0-25,0-1,0 1,0 0,0 0,0 0,0 24,0-49,0 25,0 25,0-50,0 25,0 24,0-49,0 25,0 0,0-25</inkml:trace>
  <inkml:trace contextRef="#ctx0" brushRef="#br0" timeOffset="393643.5151">8162 521,'0'0,"0"25,0 0,-25-25,25 24,-24 26,-1-25,25 0,-25-1,25 1,-25 0,0 25,25-50,0 24,-24 1,24 0,0-25,0 25,-25 0,25-1,0 1,0 0,0 0,0-25,0 25,0 0,0-25,0 24,0 1,0 0,0-25,0 25,0 0,25-1,-25-24,0 0,0 25,24-25,1 0,-25 25,25-25,-25 0,25 0,0 0,-1 0,-24 0,25 0,0 0,-25 0</inkml:trace>
  <inkml:trace contextRef="#ctx0" brushRef="#br0" timeOffset="395002.5928">8435 571,'0'0,"0"24,0 1,0 0,0-25,0 25,0 24,0-24,0 25,0 24,0-49,0 25,0-1,0-24,0 0,0 25,0-1,0 1,0-1,0-24,0 25,0-25,0-1,0 26,0-50,0 25,0 0,0-1</inkml:trace>
  <inkml:trace contextRef="#ctx0" brushRef="#br0" timeOffset="396450.6756">8882 521,'0'0,"-25"25,25 0,-25-1,25-24,-25 50,0 0,1-50,-1 49,0 1,0-50,0 25,1 24,24-24,-25-25,0 0,0 0,25 25,-25-25,25 0,0 0,0 0,0-25,25 25,0-25,0 25,-25 0,25 0,-1 25,1-25,-25 50,25-26,-25-24,25 25,-25 0,0 0,0 0,0 0,0-1,25-24,-25 50,0-25,24-25,-24 25,25-1,-25-24,0 25,0 0,0-25,25 0</inkml:trace>
  <inkml:trace contextRef="#ctx0" brushRef="#br0" timeOffset="398648.8014">9006 744,'0'0,"25"0,-1 0,1 0,-25 0,25 25,0-25,0 50,-25-26,0-24,0 50,0-25,0 0,0 24,0-24,0 0,0 0,0 0,0-1,0 1,0 0,0-25,-25 25,0 0,25-1,0-24,-25 0,25 0,0 0,0-24,0-1,0 25,0-25,25 0,0 0,0 1,-25-26,24 50,1-25,0-25,0 26,0 24,-1-25,1-25,-25 50,25-25,0 1,0-1,-25 25,0-25,25 25,-25-25,0 25,0 0,0 0,0 25,-25-25,25 0,-25 0,25 25,-25-25,25 25,0-1,0-24,0 0,0 25,-25-25,25 25,0 0,-25-25,25 0,0 25,-24-1,24-24,0 25,0 0,0 0,0-25,0 25,0 0,0-1,0-24,0 25,0 0,0-25,0 0,0 25,24-25,-24 25,25-25,-25 24,0-24,0 0,25 0,0 25,0-25,-25 0,25 0,-1 0</inkml:trace>
  <inkml:trace contextRef="#ctx0" brushRef="#br0" timeOffset="400008.8792">9576 1017,'0'0,"25"0,-25 0,0 0,25 0,0 0,0 0,-25 0,24 0,1 0,0 0,-25 0,25 0,0 0,-1 0,-24 0,25 0,0 0,-25 0,25 0,0 0,-1 0</inkml:trace>
  <inkml:trace contextRef="#ctx0" brushRef="#br0" timeOffset="402580.0262">10345 769,'-24'0,"24"0,0 0,-25 0,25 25,0 0,0-25,0 24,0-24,0 25,0 0,0 0,-25-25,25 25,0-1,0-24,0 25,0 0,0 0,0-25,0 25,0 0,0-1,0-24,0 25,0 0,25-25,0 0,-1 0,-24 0,25 0,0 0,-25 0,25 0,-25-25,0 25,25-25,-1 1,-24-1,0 25,0-25,25 25,-25-25,25 0,-25 25,25-25,-25 1,0 24,0 0,0-25,25 0,-25 0,0 25,0-25,0 25,0 0,0 25,0 0,0 0,0-25,0 25,0-1,0-24,25 25,-25 0,0 0,24-25,-24 25,0 0,0-25,0 24,25-24,-25 0,25 0,-25 25,0-25,0 25,25-25,0 0,-1 0,-24 0,25 0,-25 0,25-25,0 25,-25-25,0 1,0-1,25 25,-25-25,0 0,0 0,24 25,-24-25,0 1,0 24,0-50,0 25,0 0,0-24,0 24,0 0,0 0,0 1,0 24,0-25,0 0</inkml:trace>
  <inkml:trace contextRef="#ctx0" brushRef="#br0" timeOffset="403723.0916">11313 447,'-25'0,"25"0,0 0,0 24,0 1,0-25,0 25,0 0,0 0,0 24,-25 26,25-26,0-24,0 25,0-26,0 26,0 0,0-50,0 49,0-24,0-25,0 50,0-25,0-25,0 24,0 1,0 0,0-25,0 25,0 0,0-1</inkml:trace>
  <inkml:trace contextRef="#ctx0" brushRef="#br0" timeOffset="404649.1446">11090 868,'25'0,"-25"0,24 0,1-25,0 25,0 0,24 0,-49-24,25 24,0 0,0 0,-25-25,49 25,-24 0,-25 0,25 0,0 0,0 0,-25 0,24 0</inkml:trace>
  <inkml:trace contextRef="#ctx0" brushRef="#br0" timeOffset="405703.2049">11685 967,'0'0,"0"0,25 0,0 0,0 0,24 0,1 0,-25 0,24 0,-24 0,25 0,-26-24,1 24,-25 0,25 0,0 0,-25 0,25 0,-1 0</inkml:trace>
  <inkml:trace contextRef="#ctx0" brushRef="#br0" timeOffset="406659.2596">11983 719,'0'25,"0"0,0-25,0 25,0 0,0-1,0 1,0 25,0-25,0 24,0-24,0 0,0 0,0 0,0-1,0 1,0 0,0-25,0 25</inkml:trace>
  <inkml:trace contextRef="#ctx0" brushRef="#br0" timeOffset="410414.4743">13322 248,'0'25,"0"-25,0 0,25 49,-25-24,25 0,0 0,0 25,0-26,-25 1,0 25,24-50,-24 25,0-1,0 1,25 0,-25 0,0 0,0-1,0 1,0 0,0 0,0 0,0-1,0-24,0 50,0-25,0-25,0 25,-25 24,25-24,-24 25,-1-1,25-24,-25 0,0 25,0-1,0-49,25 25,-24 0,-1 0,25-25,-25 24,0-24,0 25,25 0,-24-25,-1 0,0 0,25 25,-25-25,25 25</inkml:trace>
  <inkml:trace contextRef="#ctx0" brushRef="#br0" timeOffset="427530.4533">13050 645,'0'-25,"0"25,0 0,-25 0,0 0,25 0,-50-25,26 25,24 0,-25 0,0 0,0 0,25 0,-25 0,0 0,1 0,-1 0,-25 0,50 0,-25 0,1 0,-1 25,25-25,-25 25,0-25,0 25,25-25,0 25,-24-25,-1 24,25-24,0 0,0 25,0 0,-25-25,25 25,0-25,0 25,0-1,0-24,0 25,0 0,0 0,0-25,0 25,25-1,0 1,-25-25,24 25,1 0,0-25,-25 0,50 0,-26 25,1-25,0 0,25 25,-50-25,49 0,-24 0,-25 0,25 0,0 0,-25 0,25 0,-25 0,24 0,1-25,-25 0,25 0,0 25,-25 0,25-25,-25 0,0 25,0-24,0 24,0-25,0 0,0 25,0-25,0 0,0 1,0 24,0-25,0 0,0 0,0 25,0-25,0 1,0-1,0 25,0-25,-25 0,0 25,25-25,0 1,-25 24,25-25,-25 25,25 0,-24 0,24 0,0-25,-25 25,25-25,-25 25,25-25,0 25,0 0,0 0,-25 0,25 25,0 0,0-25,-25 0,25 25,0 0,0-1,-25-24,25 25,0 25,-24-25,24 24,0 1,0-25,-25 24,25 1,-25-25,25 24,0 1,-25 0,25-26,0 1,0 0,-25 0,25 0,0-1,0-24,0 25,0 0,0 0,0-25,0 25,0-1,0-24</inkml:trace>
  <inkml:trace contextRef="#ctx0" brushRef="#br0" timeOffset="453098.9157">10296 1464,'25'0,"-25"-25,24 25,-24-25,0 25,0 0,25-25,0 0,0 1,0-26,-1 0,26 1,0-1,24-24,-24 49,-1-25,-24 1,25-1,-1 25,1-24,0 24,-26-25,26 25,0-24,-1-1,-24 50,0-49,25-1,-26 0,26 26,-25-1,0 0,24-25,-24 25,-25 25,25-24,-25-1,25 25</inkml:trace>
  <inkml:trace contextRef="#ctx0" brushRef="#br0" timeOffset="454410.9908">11412 298,'-25'0,"25"0,-24 0,-1 0,0 0,25 0,-25 0,0 0,25 0,-24 0,24-25,0 25,0-25,0 25,24 0,1 0,-25-25,25 25,0 0,0 0,-1 0,1 0,0 0,0 0,0 0,-1 0,-24 0,25 0,0 0,0 0,-25 25,0-25,0 25,0 0,0-25,0 24,0 1,0 0,0-25,0 25,0 0,0 0,-25-25,25 0</inkml:trace>
  <inkml:trace contextRef="#ctx0" brushRef="#br0" timeOffset="455770.0685">11859 223,'0'25,"0"0,-25-25,25 25,0-25,0 24,0-24,0 25,0 0,0-25,0 25,0 0,0-25,0 25,0-1,0 1,0-25,25 25,0-25,-25 25,24-25,1 25,-25-25,25 0,0 0,0 0,-25 0,24 0,1-25,-25 0,25 25,-25-25,0 0,25 1,-25 24,0-25,0 0,0 25,0-25,0 0,0 0,0 25,0-24,0-1,-25 25,0-25,0 25,25 0,-24 0,-1 0,0 0,25 0,-25 0,0 0,25 0</inkml:trace>
  <inkml:trace contextRef="#ctx0" brushRef="#br0" timeOffset="458470.223">5160 2084,'0'0,"25"0,0 0,-25 0,0 0,25 0,0 0,-25 0,24 0,1 0,0 0,-25 0,25 0,0 0,-1 0,-24 0</inkml:trace>
  <inkml:trace contextRef="#ctx0" brushRef="#br0" timeOffset="459732.2952">5210 2382,'0'0,"0"-25,0 25,0-25,25 25,-25 0,25 0,-25 0,24 0,1 0,0 0,-25 0,25 0,0 0,-1 0,-24 0,0 0</inkml:trace>
  <inkml:trace contextRef="#ctx0" brushRef="#br0" timeOffset="463130.4895">8386 1290,'0'0,"0"0,24-25,-24 0,25 25,-25-24,25 24,-25-25,25 0,49 0,-49 0,74-24,-24-1,24-24,-25 24,26 0,-26-24,0 24,1 26,-26-26,1 25,-25-24,25-1,-1 25,-24 25,0 0,-25-25,0 25,0-24</inkml:trace>
  <inkml:trace contextRef="#ctx0" brushRef="#br0" timeOffset="464224.5521">9303 372,'0'0,"0"0,25 0,-25 0,25 0,0 0,-25 0,25 0,24 0,-24 0,25 0,24 0,-49 0,25 0,-1 0,-49 0,25 0,0 0,0 0,-25 0,24 25,-24 0,0-25,0 25,0-1,0 1,-24-25,24 0,-25 0,25 25,-25-25,25 25,-25-25,0 25,25-25,0 24,-24-24,24 25,-25-25</inkml:trace>
  <inkml:trace contextRef="#ctx0" brushRef="#br0" timeOffset="465525.6265">10345 50,'0'0,"-24"0,-1 0,25 0,-25 0,-25 49,26-24,24 0,-25-25,0 0,25 25,0-1,-25-24,25 25,-25 0,25 0,0-25,-24 25,24-1,0 1,0-25,0 25,24 0,1-25,-25 0,25 0,0 0,-25 0,25 0,-1 0,1 0,-25 0,25 0,0 0,0 0,-25 0,24-25,1 25,-25-25,0 0,0 1,0 24,0-25,0 0,0 25,0 0,-25-25,25 25,-24 0,-1-25,0 25,25-24,-25 24,0 0,1 0,24-25,-25 25</inkml:trace>
  <inkml:trace contextRef="#ctx0" brushRef="#br0" timeOffset="475911.2205">27488 10345,'0'0,"25"0,0 0,-25 0,50 0,-1 0,-24 0,49 0,1 0,-26 0,51 0,-26 0,0 0,1 0,-25 0,24 0,25 0,0 0,-49 0,49 0,-24 0,-1 0,-24 0,-1 0,1 0,0 24,-26-24,26 0,-25 0,0 25,-1-25,1 0,0 0,25 0,-50 0,24 0,1 0,0 0,-25 0,25 0,0 0</inkml:trace>
  <inkml:trace contextRef="#ctx0" brushRef="#br0" timeOffset="477882.3333">15630 11188,'0'0,"25"0,-1 0,1 0,25 0,24 0,1 0,-26 0,26 0,-1 0,-24 0,-1 0,26 0,-1 0,25 0,-49 0,49 0,0 0,-24 0,-1 0,-49 0,25 0,-25 0,24 0,-24 0,0 0,-25 0,25 0,-1 0,-24 0,25 0</inkml:trace>
  <inkml:trace contextRef="#ctx0" brushRef="#br0" timeOffset="479822.4442">21410 11362,'25'0,"0"0,-25 0,49 0,-24 0,25 0,-1 0,1 0,24 0,1 0,-1 25,26-25,-26 0,75 0,-75 0,50 0,-24 0,-26 0,25 0,0-25,-24 25,-26-25,26 25,-1 0,-24-25,-25 25,24 0,1 0,-25 0,0 0,-1 0,-24 0,25 0,0 0,0 0,-25 0,25 0,-1 0,-24 0,25 0,0 0</inkml:trace>
  <inkml:trace contextRef="#ctx0" brushRef="#br0" timeOffset="499214.5534">3275 1191</inkml:trace>
  <inkml:trace contextRef="#ctx0" brushRef="#br0" timeOffset="519423.7093">4168 422,'0'0,"0"25,0-1,0 1,0-25,0 25,0 25,0-50,0 24,0 1,25-25,-25 0,25 50,-25-25,24-1,1-24,0 25,-25-25,0 25,25-25,0 0,0 0,-25 0,24 0,1 0,-25 0,25-25,-25 25,25-25,-25 1,25-26,-25 50,24-50,-24 26,25-26,-25 0,0 26,0 24,0-25,0 0,0 0,0 25,0-25,0 25,0 0,0 25,0 0,0 0,0 0,0 49,0-24,0-1,0 26,0-1,0 0,0-24,0 24,0 1,0-50,0 24,0 1,0-25,0 0,0-1,0-24,0 25,0 0,0 0,0 0,0-1,0 1,0-25,-25 25,25 0,-24 0,24-25,-25 0,25 24,0-24,-25 25,0-25,25 0,-25 0,1 0,-1 0,25 0,0 0,-25 0,25-25,0 25,-25-24,25-1,0 0,-25 25,25-25,0 0,0 1,0 24,0-25,0-25,0 50,0-49,0 24,0 0,25 0,-25 0,0 25,0-24</inkml:trace>
  <inkml:trace contextRef="#ctx0" brushRef="#br0" timeOffset="524518.0007">5582 5904,'-25'0,"25"0,0 0,0 0,0 25,0-25,-24 25,24 0,0-1,-25-24,25 50,0 0,0-26,-25 51,25-26,0-49,0 50,0-25,0-25,0 25,0-1</inkml:trace>
  <inkml:trace contextRef="#ctx0" brushRef="#br0" timeOffset="526017.0864">5905 5879,'-25'25,"25"25,-25-50,25 25,0 24,-25-49,0 50,1-1,24-24,-25-25,25 25,0 0,0-25,0 0,0 0,25 0,-25-25,24 25,-24 0,25 0,0 0,0 0,0 0,24 0,-49 0,25 0,0 0,-25 25,25-25,0 25,-25-1,0 1,0-25,0 25,0 0,0 0,0-25,0 24,0 1,0-25,-25 25,25 0,0 0,-25-25,0 25,25-1,-25-24,0 25,1-25,24 0,-25 0,0 0,0 0,25 0,0 0,0-25,0 1,0 24</inkml:trace>
  <inkml:trace contextRef="#ctx0" brushRef="#br0" timeOffset="526972.1411">5954 5904,'0'-25,"0"25,0 0,0 0,25 0,0 0,-25 0,25 0,0 0,-1 0,-24 0,50 0,-25 0,-25 0,25 0,-1 0,1 0,-25 0,0 0</inkml:trace>
  <inkml:trace contextRef="#ctx0" brushRef="#br0" timeOffset="528371.2211">6401 6103,'0'0,"0"-25,0 25,0 0,0-25,25 25,-1 0,-24-25,25 25,-25 0,25 0,0 0,0 0,-25 0,25 0,-1 0,-24 0,25 0,0 0,-25 0,25 0</inkml:trace>
  <inkml:trace contextRef="#ctx0" brushRef="#br0" timeOffset="529268.2723">6401 6375,'25'0,"-25"0,0 0,24 0,1-24,0 24,-25 0,0-25,25 25,0 0,0 0,-25-25,24 25,1 0,-25 0,25 0,0 0,0 0,-25 0,24 0</inkml:trace>
  <inkml:trace contextRef="#ctx0" brushRef="#br0" timeOffset="530480.3417">7071 5855,'0'0,"0"24,0-24,0 25,0-25,0 25,-25-25,25 25,0-25,0 25,-25-1,25 1,0-25,0 25,0 0,0 0,0-25,0 24,0 1,0-25,0 25,0 0,0 0,0-25,0 24</inkml:trace>
  <inkml:trace contextRef="#ctx0" brushRef="#br0" timeOffset="531948.4257">7418 5755,'0'0,"-25"0,25 25,-25 25,25-50,-24 49,-1-24,25 0,0 0,0 0,-25-25,25 24,0 1,0 0,0-25,0 0,25 0,0 0,-25 0,24-25,1 25,0 0,25 0,-1 0,-49 0,50 0,-25 0,-25 0,24 0,1 25,-25-25,25 0,-25 25,0 0,0-1,0-24,0 25,0 0,0-25,0 0,0 25,-25 0,0-1,25-24,0 25,-24 0,-26-25,50 25,-50-25,26 0,24 25,-25-25,0 0,0 24,25-24,-25 0,1 0,24 0,0 0</inkml:trace>
  <inkml:trace contextRef="#ctx0" brushRef="#br0" timeOffset="532815.4752">7418 5879,'0'-24,"25"24,-25 0,0-25,25 25,-1 0,1 0,-25 0,25 0,0 0,-25 0,49 0,-24 0,-25-25,25 25,0 0,0 0,-25 0,25 0</inkml:trace>
  <inkml:trace contextRef="#ctx0" brushRef="#br0" timeOffset="534589.5767">8286 5755,'0'0,"0"0,-24 0,24 0,-25 0,0 0,25 25,0 0,-25-25,0 50,0-1,-24 1,24-25,-25 24,26 1,-26-1,25 1,25-50,0 25,-25-25,25 25,0-25,0 0,25 0,0 0,-25 24,50-24,-1 25,-24-25,25 25,-26 0,1 0,0-25,0 0,0 0,-25 0,0 24,25-24,-25 25,0-25,0 25,0 0,0-25,0 25,0-25,-25 0,25 25,-25-1,0-24,25 25,-25-25,-24 0,49 0,-25 25,0-25,0 0,0 0,1 0,24 0,-25 0,25 0</inkml:trace>
  <inkml:trace contextRef="#ctx0" brushRef="#br0" timeOffset="535397.623">8683 5979,'0'24,"0"1,0-25,0 25,-25 0,25 0,0-25,0 24,0 1,0 0,0-25,-24 25,24 0,0-1,-25 1,25 0,0 0,0-25,-25 25,25-1,0-24,0 25,0 0,0 0</inkml:trace>
  <inkml:trace contextRef="#ctx0" brushRef="#br0" timeOffset="536195.6686">8708 5706</inkml:trace>
  <inkml:trace contextRef="#ctx0" brushRef="#br0" timeOffset="537732.7565">8956 6003,'0'0,"0"0,0 25,0 0,0 0,0 24,0 1,0-25,0 24,0-24,0 25,0-1,0-49,0 25,0 25,0-50,0 25,0 0,0-1,0-24,0-24,0-1,0 25,0-50,0 25,0 0,25 1,-25-1,25-50,24 26,-24-1,0 25,0-24,-25 24,25 0,-1 25,-24 0,25 0,0 0,0 0,-25 0,25 0,-1 0,1 0,-25 25,0 0,25-25,0 49,0-24,-25-25,0 50,25-25,-25-25,0 24,0 1,0-25,0 25,0 0,0 0,0-25,0 24,0 1,0 0,0-25,0 25,0 0,0-25,0 25,0-1,0 1,0-25</inkml:trace>
  <inkml:trace contextRef="#ctx0" brushRef="#br0" timeOffset="539447.8546">9948 5731,'0'0,"0"0,-24 0,24 24,0 1,0-25,-25 25,0 25,0-1,0-24,25 25,-24-1,-1 1,25-50,-25 49,25-24,-25 0,25 0,0 0,0-25,0 24,0 1,0 0,0 0,0 0,0-1,25 1,-25 0,0 0,25-25,-25 25,25-25,-25 25,24-25,-24 24,0-24,25 0</inkml:trace>
  <inkml:trace contextRef="#ctx0" brushRef="#br0" timeOffset="541753.9865">10594 5929,'-25'-25,"25"25,-25-25,0 25,0 0,0-24,-24 24,24 0,-25 0,26 0,-1 0,-25 0,1 0,49 24,-50 1,25-25,0 25,1 25,-1-26,0 1,0 0,25 0,-25 0,25-25,-25 24,25 1,0-25,0 25,0 0,0 24,25-24,0 25,25 24,-25-24,-25-50,49 50,-24-50,0 24,-25 1,25-25,-1 0,-24 0,0-25,25 1,0 24,0-25,-25-25,0 50,25-50,-1 26,-24-1,25 0,-25 0,0 0,0 1,25-26,-25 50,25-50,-25 1,0 49,0-50,0 1,0 24,0-25,0 25,0-24,0 24,0 0,0 25,0-25,0 1,0 24,0 0,-25 0,0 0,0 0,25 0,-24 0,-1 0,25 0,0 0,0 0,-25 24,25-24,0 25,-25 0,25 0,0 0,-25-1,25 1,0 50,0-1,0 25,0-49,0 24,0 1,0 24,0-25,0-49,25 50,-25-26,25-49,-25 50,0-25,0-25,0 24,0 1,0 0,25-25</inkml:trace>
  <inkml:trace contextRef="#ctx0" brushRef="#br0" timeOffset="542896.0518">10742 5631,'0'25,"0"-25,25 25,25 0,-50 0,49 24,26 26,-26-1,-24 0,0 1,0-50,0 24,0 1,-25-25,0 24,0-24,0 0,0-25,0 25,0 24,0-49,-25 50,0-25,0 0,0 24,-24-24,24 25,-25-26,50 1,-49 0,24 0,25-25,-50 25,25-25,1 24,24-24,0 25,-25-25,0 0</inkml:trace>
  <inkml:trace contextRef="#ctx0" brushRef="#br0" timeOffset="544995.1719">5880 7120,'0'0,"0"25,0 24,0-49,0 50,0-1,0 1,0 24,0-24,0 24,0-49,0 25,0-25,0-25,0 24,0 1,0 0,0-25</inkml:trace>
  <inkml:trace contextRef="#ctx0" brushRef="#br0" timeOffset="546050.2322">6426 7194,'0'0,"24"0,1 0,-25 0,50 0,0 0,-26 0,26 0,-25 25,0-25,-1 0,1 0,-25 0,25 0</inkml:trace>
  <inkml:trace contextRef="#ctx0" brushRef="#br0" timeOffset="547636.323">6351 7517,'25'0,"0"0,-25 0,25 0,24 0,-24 0,0 0,0 0,0 0,24 0,1 0,-50 0,49 0,-24 0,0 0,0 0,0 0,-25 0,24 0,1 0,0 0,-25 24</inkml:trace>
  <inkml:trace contextRef="#ctx0" brushRef="#br0" timeOffset="560859.0792">7393 6872,'-25'0,"1"0,-1 0,0 0,-25 0,26 0,-1 0,-25 49,0-24,26 25,-1-50,0 49,-25-24,50 0,0 0,-24 0,24-1,0-24,0 25,0 0,0 0,0-25,24 25,1-1,0 1,0-25,0 25,-1 0,1-25,0 0,0 0,-25 0,25 0,0 0,-25 0,24 0,1 0,0 25,0-25,0 0,24 0,-49 0,25 24,0-24,-25 25,25-25,-25 25,0-25,0 25,0 0,0-25,0 24,0 1,0 0,-25-25,0 50,0-26,25-24,-25 25,1 0,24 0,-25-25,0 0,0 0,25 0,-25 0,1 25,-1-25,25 0,-25 0,0 0,25 0,-25 0,0 0,25 0</inkml:trace>
  <inkml:trace contextRef="#ctx0" brushRef="#br0" timeOffset="561647.1242">7765 7070,'0'0,"0"0,0 0,0 25,0-25,0 25,0 24,0-24,-24 0,24 25,0-26,0 51,0-26,0 26,0-50,0-1,0 26,0-50,0 25,0 0</inkml:trace>
  <inkml:trace contextRef="#ctx0" brushRef="#br0" timeOffset="562524.1744">7741 6946</inkml:trace>
  <inkml:trace contextRef="#ctx0" brushRef="#br0" timeOffset="563952.2562">7989 7070,'0'0,"0"0,0 25,0 25,0-1,0 1,0-1,0 26,0-50,0 24,0 1,0-25,0-1,0 1,0 0,0-25,0 25,0-25,0 0,0-25,0 0,0 0,0 1,0-26,24-24,26-1,-25-24,0 74,24-49,-24 24,-25 25,0 0,25 1,0 24,-25-25,25 25,-25 0,0 0,24 0,1 25,-25-1,0-24,25 50,-25-25,0 0,0 49,0 1,0-26,0 26,0-1,0 0,0-24,0 0,0-1,0-24,0 0,0 25,0-50,0 24,0 1</inkml:trace>
  <inkml:trace contextRef="#ctx0" brushRef="#br0" timeOffset="565106.3222">8733 6847,'0'0,"0"25,0-1,0-24,0 25,0 25,-25-25,0 24,0 1,25 0,0-26,-24 26,24 0,-25 24,25-49,0 24,-25 1,25-25,0 24,0-24,0-25,0 25,0 0,0-25,0 25,0-1,0 1,0-25,0 25,0-25,0 0,25 0,24 0,-49 0,50 0</inkml:trace>
  <inkml:trace contextRef="#ctx0" brushRef="#br0" timeOffset="567127.4378">9179 6896,'0'0,"0"0,0 25,0 0,0-25,0 50,-24-1,-1-49,0 50,25 0,0-50,0 49,-25-24,25 0,-25 0,25-1,0-24,0 25,-24 0,24 0,0-25,0 25,0-1,0-24,0-24,0 24,0 0,0-25,0 0,24 0,-24 25,25-49,-25 24,25 0,0 0,-25-24,25 49,-25-50,0 25,0 25,24-25,-24 0,0 1,0 24,25-25,-25 0,0 25,0-25,0 25,0 0,0 25,0 25,0-50,25 49,-25-24,0 0,0 25,25-50,-25 24,0 1,25 0,-25-25,0 25,24-25,-24 25,0-1,25-24,0 0,-25 0</inkml:trace>
  <inkml:trace contextRef="#ctx0" brushRef="#br0" timeOffset="568032.4896">8981 6872,'0'0,"25"0,0-25,-1 25,1 0,0 0,-25 0,25 0,0 0,-1 0,1 0,0-25,0 25,-25 0,25 0,-1 0,-24 0,25 0,0 0</inkml:trace>
  <inkml:trace contextRef="#ctx0" brushRef="#br0" timeOffset="568793.5331">8882 7641,'0'0,"25"-25,-1 25,26-25,-25 0,24 25,-24-25,0 25,25 0,-1 0,-49-24,50 24,-25 0,-25 0,24 0,1 0,0 0,-25 0,25 0,0 0</inkml:trace>
  <inkml:trace contextRef="#ctx0" brushRef="#br0" timeOffset="570595.6362">9179 7790,'0'0,"0"-25,0 0,0 25,0 0,0 0,0 25,0 0,0-25,0 24,0 1,0 0,0 0,-24 24,24-49,0 25,-25 25,25-50,-25 49,0-24,25-25,0 25,-25 0,25 0,-24-25,24 24,-25-24,25 25,0-25,-25 25,0-25,25 0,0 0,0-25,0 0,0 25,0-24,0-1,0 0,0 25,0-25,25 0,-25 25,0-24,25-1,0 25,-25-25,24 25,-24 0,25 0,0 0,0 0,-25 0,25 0,-25 0,24 0,-24 25,0-25,0 25,25-25,-25 0,25 24,0 1,-25-25,0 25,0 0,25-25,-25 25</inkml:trace>
  <inkml:trace contextRef="#ctx0" brushRef="#br0" timeOffset="571243.6732">9229 7839,'-25'0,"25"0,0-25,-25 25,1 0,24-24,-25 24,0 0,0 0,25 0,-25 0,1 0</inkml:trace>
  <inkml:trace contextRef="#ctx0" brushRef="#br0" timeOffset="572269.7319">9676 6847,'0'0,"0"0,0 25,0-1,0-24,24 50,1 24,0-24,0 0,-25-1,0 1,0-25,0 24,0 1,0-25,0 24,0 26,0-26,-25 1,0 24,0-24,1 0,24-50,-25 49,0-24,25 0,0-25,0 25,-25-25,25 25</inkml:trace>
  <inkml:trace contextRef="#ctx0" brushRef="#br0" timeOffset="585886.5108">10569 8559,'0'-25,"0"0,0 25,-25 0,-25 0,50 0,-49 0,-1 0,0 0,1 0,-1 0,1 0,-1 0,0 25,1 0,24-1,-25 1,1 25,24-25,0 24,25-49,-25 50,0-25,25-25,-24 24,24 26,0-50,0 50,0-26,0-24,0 50,0-25,24 0,1 0,0-1,0 1,0-25,-1 25,26-25,25 25,-26-25,1 25,24-25,1 0,-26 0,-24-25,25 0,-26 25,1-25,-25-24,25 49,-25-25,25 0,-25 0,0 0,0 0,25-24,-25 24,0-25,0 26,0-26,0 0,0 26,0-26,-25 0,0 1,-25 49,26-25,-1 0,0 0,0 25,0 0,1 0,-1 0,25 0,-25 0,0 0,0 0,25 0,-24 0,-1 0,25 0,0 0,0 25,0-25,0 50,0-1,0 1,0 0,0 24,0-24,0 24,0 0,0 1,0-25,0 24,0 25,0-24,0 24,0-50,25 1,-25 24,0-49,24 25,-24-25,0 24,0-49,0 25,0 0,25-25</inkml:trace>
  <inkml:trace contextRef="#ctx0" brushRef="#br0" timeOffset="586901.5688">10966 8683,'0'-25,"0"25,0-25,24 25,1 0,-25 0,0 0,25 0,0 0,0-25,0 25,-1 0,1 0,-25-25,25 25,0 0,0-24,-25 24,24 0,1 0,-25 0</inkml:trace>
  <inkml:trace contextRef="#ctx0" brushRef="#br0" timeOffset="587633.6107">11015 8931,'0'0,"0"0,25 0,0 0,0 0,-25-25,25 25,-1 0,1-25,0 25,0 0,0 0,-25 0,24 0,1 0,-25-25,25 25</inkml:trace>
  <inkml:trace contextRef="#ctx0" brushRef="#br0" timeOffset="589424.713">11908 8211,'0'0,"0"0,0 25,0 0,0 0,-24 24,24 1,-25 49,0-24,25 24,-25 0,0-25,25-24,-24 0,24-1,0-24,0-25,0 0,0 0,0-25,0 0,0 25,24-24,1-1,-25 0,25-25,0 1,0 24,-1 0,-24-24,25-1,-25 50,25-50,-25 1,25 49,-25-50,25 1,-25 49,24-50,-24 25,0 0,0 0,0 1,0 24,0-25,0 0,0 0,0 25,0-25,0 1,0 24,0 24,0-24,0 25,0 0,0 0,0-25,0 49,0 1,0-50,0 50,0-25,0 24,0 1,0-25,0 24,0-24,0 0,0 0,0-1,0-24,0 25,0 0,25 0,-25-25,25 25,-25-1,25-24,-25 25,25-25,-1 0,-24 0,25 0,0 0,0 0,-25 0</inkml:trace>
  <inkml:trace contextRef="#ctx0" brushRef="#br0" timeOffset="590471.7729">11735 8186,'0'-24,"25"24,-25 0,24-25,1 25,0 0,0 0,0 0,-1 0,1 0,25 0,-25-25,-1 25,26-25,-25 25,24-25,-24 25,25-24,-50 24,25-25,0 25,-25 0,0 0,24 0</inkml:trace>
  <inkml:trace contextRef="#ctx0" brushRef="#br0" timeOffset="591995.8602">11635 9228,'0'0,"0"-24,25 24,25 0,-25-25,24 25,1-25,24 0,-49 0,50 1,-26-1,1 25,-25 0,24 0,1 0,-50-25,50 25,-26 0,-24 0,25 0,0 0,-25 0,25 0,0 0</inkml:trace>
  <inkml:trace contextRef="#ctx0" brushRef="#br0" timeOffset="594291.9915">12132 9377,'0'-25,"0"25,0-24,0-1,0 25,0 0,24 0,-24 0,0 25,0-25,0 24,0 1,-24 0,-26-25,0 50,26-26,-26-24,0 25,26-25,-1 0,0 0,0 0,25 0,0 0,0-25,0 25,0-24,0-1,0 25,0 0,0-25,25 0,0 0,-25 25,0 0,25-24,-1 24,1 0,-25 0,25 0,0 0,-25 0,0 24,25 1,-1 0,-24 25,25-1,0 1,-25-25,0 49,0 0,0-24,0 49,0 1,0-1,-25 0,0-25,1 1,-1-50,0 24,0-24,25 0,-25 0,-24 0,49-25,-25 24,0-24,0 0,25 0,-24 0,24 0,-25-24,25-1,-25 25,25 0,0-25,0 0,0 25,0-25,0-24,0 49,0-25,0-25,25 1,24-26,1 75,0-49,-1 24,-24 0,25 0,-1 0,-24 25,25-24,-26 24,1 0,0 0,0 0,0 0,0 0,24 0,-24 24,-25 1,50-25,-26 0,-24 0,25 25,0-25,-25 0,0 25</inkml:trace>
  <inkml:trace contextRef="#ctx0" brushRef="#br0" timeOffset="604135.5545">18185 16819,'0'0,"25"0,-25 0,25 0,-1 0,1 0,0 0,49 0,1 0,-1 0,1 0,24 0,-25 0,26 0,-26 0,25 0,25 0,-24-24,-1 24,0 0,0 0,1 0,-51 0,50 0,1 0,-26 0,25 0,-24 0,-1 0,1 0,-26 0,1 0,24 0,-24 0,-25 0,49 0,-24 0,-1 0,26 0,-26 0,-24 0,25 0,-1 0,-24 0,-25 0,75 0,24 0,-25 0,26 0,-1 0,25 24,25-24,-50 25,25-25,-25 25,25-25,25 25,-25-25,0 25,25-25,-50 0,-24 0,-1 0,1 0,-1 0,-24 0,24 0,0 24,1-24,-50 25,49 0,-24-25,-50 0,49 0,-24 25,-25-25,25 0,0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55:10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18284 17266,'0'0,"0"25,0 0,0-25,0 24,0 1,0 0,0-25,0 25,0 0,0-1,25-24,-25 25,25 0,0-25,-25 25,0-25,24 25,1-25,0 0,-25 0,25 0,0 0,-25 0,25 0,-25 0,24 0,1-25,-25 25,25-25,-25 0,25 25,-25 0,0-25,25 1,-25-1,0 25,0-25,0 0,0 0,0 25,0-24,0-1,0 25,0-25,0 0,0 25,0 25,0-25,0 25,0 0,0-25,0 24,0 1,0 0,0-25,0 50,0-1,0-24,0 49,0-24,0-25,0 49,0-24,0-25,0 49,0-24,0-25,0 24,0-24,0 0,0 24,0-24,0 0,0 0,0 0,-25-25,25 24,0 1,0 0,0 0,-25 0,25-25,0 49,0-24,0-25,0 25,0 0,-25-25,25 24,-25-24,25 0,-24 0,24 25,-25-25,0 0,0 0,25 0,-25 0,-24 0,49 0,-25-25,-25 25,50-24,-49-1,24 25,0-25,0 25,0-25,25 0,-24 25,24-24,-25 24,0-25,25 0,0 25,0 0,0-25,0 0,0 25,0-24,0-1,0 0,0 25,0-50,0 26,0 24,0-25,25 0,0 0,-25 25,0 0,24-25,1 1,0-1,-25 25,25 0,-25-25,25 25,-25 0,24 0,1 0,0 0</inkml:trace>
  <inkml:trace contextRef="#ctx0" brushRef="#br0" timeOffset="1171.067">18929 17712,'0'0,"25"0,-25 0,25 0,0 0,-1 0,1 0,0 0,0 0,0 0,0 0,-1 0,-24 0,25 0,0 0,-25 0,25 0,0 0</inkml:trace>
  <inkml:trace contextRef="#ctx0" brushRef="#br0" timeOffset="2403.1374">18929 18035,'0'0,"25"0,0 0,-25 0,0 0,25 0,-1 0,-24 0,25 0,0 0,0 0,-25 0,25 0,0 0,-1 0,-24 0,25 0,0 0,-25 0,25 0,0 0,-1 0,-24 0,25 0</inkml:trace>
  <inkml:trace contextRef="#ctx0" brushRef="#br0" timeOffset="6080.3477">19822 17539,'0'25,"0"-25,0 24,0 1,0 0,0-25,0 25,-24 24,24-49,0 50,0-25,0 0,0 0,0-1,0-24,0 25,0 0,0 0</inkml:trace>
  <inkml:trace contextRef="#ctx0" brushRef="#br0" timeOffset="7557.4323">19798 17613,'0'0,"0"0,0 25,0 0,0-25,0 25,0-1,0 1,0-25,0 50,0 0,0-50,0 49,0-24,0-25,0 25,0 0,0-25,0 24,0 1,0 0,0-25</inkml:trace>
  <inkml:trace contextRef="#ctx0" brushRef="#br0" timeOffset="9235.5282">20070 17564,'0'24,"0"1,0 0,0-25,0 25,0 0,0-25,0 0,25 0,0 0,-25 24,25-24,0 0,-1 0,-24 0,25 25,0-25,0 25,-25-25,25 25,0 0,-25 0,0-25,24 24,-24 1,0 0,0-25,0 25,0 0,0-25,0 24,0 26,0-50,0 25,0 0,-24-1,-1 1,0-25,25 25,-25 0,0-25,25 0,-25 0,1 0,-1 0,25 0,0 0,-25 0,25-25,0 0,0 25,0-25,0 1</inkml:trace>
  <inkml:trace contextRef="#ctx0" brushRef="#br0" timeOffset="10296.5888">20070 17514,'0'0,"0"0,25 0,0 0,-25 0,25 0,0 0,-1 0,-24 0,25 0,0 0,-25 0,25 0,0 0,0 0,-25 0,24 0,1 0,0 0,-25 0,25 0,0 0,-25 0,24 0,1 0</inkml:trace>
  <inkml:trace contextRef="#ctx0" brushRef="#br0" timeOffset="11540.66">20988 17365,'0'0,"-24"0</inkml:trace>
  <inkml:trace contextRef="#ctx0" brushRef="#br0" timeOffset="13144.7518">21013 17340,'-25'0,"25"0,-49 0,24 25,0 0,0-25,-24 25,49 0,-50-1,25-24,25 25,-25 0,1 0,24-25,-25 25,25-1,0 1,0-25,0 0,25 0,-1 0,-24 25,0-25,25 0,0 25,-25-25,25 0,0 0,0 0,-25 0,24 25,1-25,0 0,-25 24,25-24,0 0,-25 25,0-25,0 0,24 0,-24 25,25 0,-25 0,0-25,0 25,0-1,0-24,-25 25,25 0,0 0,-24-25,-26 0,50 25,-25-1,0 1,1-25,24 0,-25 0,0 0,25 25,-25-25,0 0,0 0,25 25,0-25,-24 0,-1 0,0 0</inkml:trace>
  <inkml:trace contextRef="#ctx0" brushRef="#br0" timeOffset="14090.8058">21311 17489,'0'0,"0"0,0 25,0 0,0-25,0 25,0-1,0-24,0 25,0 0,0 0,0 0,0 24,0-49,0 25,0 0,0 0,0-25,0 25,0-1,0 1,0-25,0 25</inkml:trace>
  <inkml:trace contextRef="#ctx0" brushRef="#br0" timeOffset="14928.8538">21311 17291</inkml:trace>
  <inkml:trace contextRef="#ctx0" brushRef="#br0" timeOffset="16652.9525">21485 17489,'0'0,"0"0,0 0,0 25,0 25,0-50,0 49,24 26,-24-51,0 26,0 0,0-25,0-1,0 1,0 0,0 0,0 0,0-25,0-25,0 0,0 0,0 0,0 1,25-1,-25-25,25 25,0-24,-25 24,25-25,-25 50,0-25,0 1,24 24,1 0,-25-25,25 25,-25 0,25 0,0 0,-25 0,24 0,-24 25,0-1,0-24,0 25,0 0,25 0,-25 0,0-1,0 26,0-25,0 25,0-26,0 1,0 25,0-50,0 25,0-1,0 1,0-25,0 25,0 0,0 0,0-25</inkml:trace>
  <inkml:trace contextRef="#ctx0" brushRef="#br0" timeOffset="20032.1458">22254 17216,'-25'0,"25"0,0 0,0 25,-25-25,0 25,25 0,0 0,-25-25,25 24,-24 1,24-25,-25 25,25 0,0 0,0-25,0 49,0-24,-25-25,25 25,0 0,0-1,0-24,0 25,0 0,0-25,0 25,0 0,0-1,0-24,0 25,0 0,0 0,0 0,0 0,0-1,0-24,0 25,0 0,0-25,0 25,0-25,0 25,0-25,0 24,0-24,25 25,-25 0,25-25,-25 25,24-25,-24 0,25 0,0 0,-25 0</inkml:trace>
  <inkml:trace contextRef="#ctx0" brushRef="#br0" timeOffset="35788.0469">22725 17216,'-25'0,"0"0,25 0,0-24,-24 24,-1 0,25 0,0 0,-25-25,25 0,0 0,0 25,0-25,0 0,0 25,0 0,25 0,0 0,-25 0,0 0,0 25,0-25,0 25,0 0,24 0,-24 24,0 1,0-25,25 49,-25 1,0-1,0-49,0 24,0 1,0-50,0 50,0-26,0-24,0 25,0-25,0 25,-25 0,1-25,24 25,-25-25,0 25,0-25,25 0,-25 0,1 0,-1 0,25 0,-25 0,0-25,25 25,0 0,0-25,0 0,-25 0,25 25,0-25,0 1,0-1,0 25,0-25,0 25,0-25,0 0,25 25,-25 0,25-24,-25 24,25-25,0 25,-1 0,-24 0,25 0,0 0,0-25,-25 25,25 0,-1 0,-24 0,25 0,0 0,0 0,-25 0,0 0,0 0</inkml:trace>
  <inkml:trace contextRef="#ctx0" brushRef="#br0" timeOffset="37749.1591">22948 17241,'0'0,"0"0,0 25,0 0,0 0,0-25,0 49,-25-24,25 25,-24 24,24 0,-25-24,25 0,-25-1,25-24,0 0,0 0,0 0,0-25,0-25,0 0,0 25,0-25,0-25,25 50,-25-24,25-26,-1 25,-24 0,0-24,0 49,25-25,-25 0,25 0,-25 25,0-24,0-1,25 25,-25-25,0 25,0-25,0 0,0 25,0-24,0 24,0 0,0 24,0 1,0-25,-25 25,25 0,0 0,-25-25,25 24,0 1,0 0,0-25,0 50,0-26,25 1,-25 0,25 0,-25-25,0 25,0-1,25 1,0-25,-1 0,-24 0,25 0,0 0,-25 0,0 0,0-25,0 1</inkml:trace>
  <inkml:trace contextRef="#ctx0" brushRef="#br0" timeOffset="38921.2262">22849 17216,'0'0,"25"0,-25 0,25 0,-1 0,-24 0,25 0,0 0,0 0,-25 0,25 0,0 0,-1 0,-24 0,0-24,25 24,0 0,-25 0,25 0</inkml:trace>
  <inkml:trace contextRef="#ctx0" brushRef="#br0" timeOffset="40429.3124">22378 17961,'0'0,"0"-25,0 25,0-25,24 25,-24 0,25-25,0 25,0 0,-25 0,50 0,-26 0,1 0,25 0,-25 0,-1 0,1 0,0 0,25 0,-26 0,-24 0,25 0,0 0,0 0,-25 0,25 0,-1 0,1 0,-25 0,25 0,0 25,-25-25,25 0,0 0,-1 0,-24 0,25 0,0 0,0 0,-25 0,25 0</inkml:trace>
  <inkml:trace contextRef="#ctx0" brushRef="#br0" timeOffset="43266.4747">22651 18109,'0'0,"0"25,0-25,0 25,0 0,0 0,0-25,0 24,0 26,0-25,0 24,0-24,0-25,0 25,24 0,-24-25,0 0,25 0,0 0,-25 0,0 0,0-25,0 25,0 0,0-25,0 0,0 1,0 24,0-25,0 0,0 0,0 25,0-25,0 1,0 24,0-25,0 25,0 0,0 25</inkml:trace>
  <inkml:trace contextRef="#ctx0" brushRef="#br0" timeOffset="45316.5919">22402 18134,'0'0,"0"25,0 0,0-25,0 25,0-1,0-24,0 25,0 0,0 0,0-25,0 25,25-1,0-24,-25 25,25-25,-25 0,0 25,25-25,0 0,-25 0,24 0,1 0,0 0,-25 0,25 0,0 0,-25 0,24 0,-24-25,0 0,0 1,0 24,0-25,0 0,0 0,0 25,0 0,0 0,0 25,0 0,0-25,0 25,0-1,0 1,0-25,0 25,0 0,0-25,0 25,0-1,0 1,0-25,0 25,0 0,0 0,0-25,0 25,0-1,0-24,0 25,0 0,0 0,0-25,0 25,0-1</inkml:trace>
  <inkml:trace contextRef="#ctx0" brushRef="#br0" timeOffset="46735.673">22948 18209,'0'0,"0"0,-25 24,25-24,-24 25,24 0,0 0,0-25,0 25,0-1,0 1,0-25,0 25,0 0,0-25,0 25,0-25,0 24,24-24,-24 25,0-25,0 0,25 0,0 0,0 0,-25 0,25 0,0 0,-1 0,-24 0,0 0,0-25,0 1,25 24,-25-25,0 0,0 25,0-25,0 0,0 1,0 24,0-25,0 25,0-25,-25 25,1-25,-1 25,25 0,-25 0,0 0,25-25,-25 25,25-24,-25 24</inkml:trace>
  <inkml:trace contextRef="#ctx0" brushRef="#br0" timeOffset="49208.8146">23296 17340,'0'0,"24"0,-24 25,0 0,25-25,-25 25,0 0,0-1,0 1,0 0,0 0,0 0,0-1,0 1,0-25,0 50,-25-25,25-25,0 24,0 1,-24-25,24 25,0-25,-25 0,25 25,0 0,-25-25,25 0,0-25,25 25,-25-50,25 25,-1 1,1-26,0 0,0 1,24 24,-49 0,0 0,25 1,0 24,-25-25,25 0,-25 0,0 25,0 0,0-25,25 1,-25-1,0 25,0 0,0 0,0 0,0 25,0-1,0-24,-25 25,25 0,0 0,0-25,-25 25,25-1,0-24,-25 25,25 0,0 0,0-25,0 25,0-1,0 1,0-25,0 25,0 0,0-25,0 25,0-1,0 1,0-25,0 25,0 0,0-25,25 0,0 0</inkml:trace>
  <inkml:trace contextRef="#ctx0" brushRef="#br0" timeOffset="52163.9836">22254 17216,'0'-24,"0"24,0 0,24-25,-24 0,0 25,0 0,25 0,-25-25,0 0,25 25,-25-25,0 25,0 0,0-24,25 24,-25-25,0 25,0 0,0 25,0-25,0 0,-25 24,0 1,25 0,0-25,0 25,-25 0,25-25,-24 0,24 25,-25-1,25 1,0-25,-25 25,0 0,25 0,-25-25,25 24,0 1,0-25,-24 25,24 0,-25 0,25-25,-25 24,25 1,0 0,-25-25,25 25,-25 0,25-25,0 24,0 1,0-25,0 25,0-25,0 25,0 0,0-1,0-24,-24 25,24 0,0-25,0 25,0 0,0 0,0-25,0 24,0 1,0 0,0-25,0 25,0 0,0-25,0 24,0 1,0 0,0-25,0 0,0 25,24-25,-24 25,0-1,25-24,-25 0,0 25,25 0,0-25,0 0,-25 25,0-25,24 25,1-25,0 0,-25 0</inkml:trace>
  <inkml:trace contextRef="#ctx0" brushRef="#br0" timeOffset="53908.0834">23643 17663,'25'0,"0"-25,-25 25,24 0,1 0,-25 0,25 0,-25 0,25 0,24 0,-49 0,25 0,0 0,-25 0,25 0,0 0,-1 0,-24 0,25 0,0 0,0 0</inkml:trace>
  <inkml:trace contextRef="#ctx0" brushRef="#br0" timeOffset="59278.3905">24387 17266,'0'0,"0"0,0 25,0 0,0-1,0-24,0 25,0 0,0 0,0-25,0 25,0-1,0-24,0 25,0 0,0 0,-25-25,25 0,0 25,0-1,-24 1,24-25,0 25,0 0,0-25,0 25,0-1,0 1,-25-25,25 0,0 25,0 0,0 0,0-25</inkml:trace>
  <inkml:trace contextRef="#ctx0" brushRef="#br0" timeOffset="61278.5049">24834 17043,'0'0,"-25"0,25 0,0 24,-25 1,25-25,-25 25,25 0,0-25,0 25,0 0,0-1,0-24,0 25,0 0,-25 0,25-25,0 49,-24-24,24-25,0 25,0 0,0 0,0-25,0 24,0 1,0-25,0 25,0 0,0 0,0-25,0 24,0 1,0 0,0-25,0 25,0 0,0-25,0 0,24 0,-24 0,25 0,0 0,-25 0,25 0,-25 0,0-25,0 25,0-25,0 0,0 0,0 25,0-24,0 24,0-25,0 25,0-25,-25 25,0 0,25 0,0 0,-25 0,1 0,24 0,-25 0</inkml:trace>
  <inkml:trace contextRef="#ctx0" brushRef="#br0" timeOffset="63348.6232">24809 17018,'0'25,"-25"-1,25 1,0-25,0 25,-25-25,25 25,0 0,0-25,0 25,0-1,0-24,0 25,-25 0,25 0,0-25,0 25,0-1,-24 1,24 0,0 0,0 0,0-1,0 1,0 0,0 0,0 0,0-1,0-24,0 25,0 0,0 0,0-25,0 25,0-1,0-24,0 0,0 25,0 0,24-25,-24 0,25 0,0 0,0 0,-25 0,0 0,25 0,0-25,-25 25,24-25,-24 1,0 24,0-25,0 0,25 25,-25-25,0 25,0-25,0 1,0-1,0 25,0-25,0 0,0 25,0-25,0 1,0-1,-25 25,1-25,-1 0,25 25,0-25,-25 25,0 0,0 0,25 0,-25-24,1 24,24 0,-25 0,25 0,-25 0,25 0</inkml:trace>
  <inkml:trace contextRef="#ctx0" brushRef="#br0" timeOffset="65436.7428">25255 17167,'-24'0,"24"0,-25 25,25-25,0 24,0 1,0-25,0 25,0 0,-25 24,25-24,-25 25,25-1,0-49,-25 50,25-25,0-25,-24 49,24-24,0-25,0 25,0 0,0 0,0-25,0 0,0 0,0-25,0 0,0 25,0-25,0 0,0 25,0-24,0-1,24 0,-24 25,0-25,25-24,-25 49,25-25,-25 0,25 0,-25 25,0-25,0 1,0-1,0 25,25 0,-25-25,0 0,24 25,-24 0,0-25,0 25,0 0,0 25,0 0,0-25,0 25,0 0,0-1,-24-24,24 0,0 25,0 0,0 0,0 0,0-1,0 1,0 0,0 25,0-50,0 24,0 1,0 0,0-25,24 0,-24 25,25-25,-25 0,0 0,25 0,-25 0,25 0,-25-25,25 25,-25-25</inkml:trace>
  <inkml:trace contextRef="#ctx0" brushRef="#br0" timeOffset="66491.8031">25007 17117,'25'0,"0"0,-25 0,25 0,-25-25,25 25,-1 0,-24 0,25 0,0 0,0 0,-25 0,25 0,-1 0,-24 0,25 0,0 0,0 0,-25 0</inkml:trace>
  <inkml:trace contextRef="#ctx0" brushRef="#br0" timeOffset="68088.8945">25528 16968,'0'0,"0"0,0 25,0-25,0 25,-24 0,24-25,0 49,0-24,0 0,0 49,0-24,-25 0,25-1,0 26,0-51,0 1,0 25,0-50,0 25,0-1,0 1,0-25,0 25,0 0,0 0,0-25,25 0,-1 0,-24 0,25-25,-25 0,25 25,-25-25,0 0</inkml:trace>
  <inkml:trace contextRef="#ctx0" brushRef="#br0" timeOffset="69064.9503">25355 17316,'0'0,"25"0,-25 0,24 0,1 0,0-25,-25 25,25 0,0 0,-1 0,-24 0,25 0,0 0,-25 0,25 0,0 0,-1 0,-24 0</inkml:trace>
  <inkml:trace contextRef="#ctx0" brushRef="#br0" timeOffset="70630.0398">25901 17464,'0'0,"0"0,0 0,24 0,-24-24,25 24,-25 0,25 0,0 0,0 0,-25-25,24 25,26 0,-50 0,25 0,0 0,-1 0,1 0,0 0,0 0,-25 0,25 0,-1 0,-24 0,25 0,0 0</inkml:trace>
  <inkml:trace contextRef="#ctx0" brushRef="#br0" timeOffset="71546.0921">26149 17167,'0'25,"0"-25,0 49,0 1,0-25,0 49,0-24,-25-26,25 26,0 24,0-24,-25 0,25-1,0-49,0 25,0 0,0 0,0-25,0 25</inkml:trace>
  <inkml:trace contextRef="#ctx0" brushRef="#br0" timeOffset="74907.2844">26769 17117,'0'0,"0"0,0 25,0-25,0 25,0-25,0 25,0-1,0-24,-25 25,25 25,-25-50,25 25,-25-1,25 1,0 0,0 0,0 0,0-25,0 24,-24 1,24-25,0 25,0 0,0 0,-25-25,25 0,0-25,0 0,0 25,0-25,0 0,25 25,-25-24,0-1,0 0,0 25,0-25,24 0,-24 1,0 24,25 0,-25-25,0 0,25 25,-25 0,0-25,0 0,0 1,0 24,0 0,0-25,0 0,0 25,0 25,0-25,0 25,0-1,25 1,-25 0,0 25,25-26,-25 26,24 0,-24-1,25-24,-25 25,0-26,0-24,0 25,25 0,0-25,0 0,-25 0,0-25,0 25</inkml:trace>
  <inkml:trace contextRef="#ctx0" brushRef="#br0" timeOffset="75965.345">26620 17142,'0'0,"0"0,25 0,0 0,-1 0,-24 0,25 0,0 0,0 0,-25 0,25 0,-1 0,-24 0,25 0,0 0,0 0,-25 0</inkml:trace>
  <inkml:trace contextRef="#ctx0" brushRef="#br0" timeOffset="77159.4132">26570 17812,'0'-25,"0"25,0 0,0 0,25 0,0 0,0 0,0 0,-1 0,-24 0,25 0,0 0,-25 0,25 0,0 0,-1 0,-24 0,25 0,0 0,0 0,-25 0</inkml:trace>
  <inkml:trace contextRef="#ctx0" brushRef="#br0" timeOffset="78887.512">26769 17936,'0'0,"-25"0,0 0,0 0,25 0,0 0,0-25,0 25,0-25,0 25,25 0,0 0,-25 0,0 0,25 0,-25 25,25 0,-25 0,24 24,-24 1,0-25,0 24,0 1,0-50,0 49,0 1,0-50,0 50,0-1,0-24,-24 25,-1-1,0-24,0 0,25 0,-49 0,24-25,0 0,0 0,0 0,25 0,-24 0,-1 0,25 0,-25 0,25-25,0 25,0-25,0 0,0 0,0 25,0-25,0 1,0-1,25 25,0-50,-25 25,49 25,-24-24,0-1,0 25,24 0,-49 0,50 0,-1 0,-49 0,50 0,-25 0,0 25,-1-25,1 0,-25 24,25 1,0 0,0-25,-25 0,25 0,-25 25,24-25,-24 25</inkml:trace>
  <inkml:trace contextRef="#ctx0" brushRef="#br0" timeOffset="80207.5876">27315 17117,'0'25,"49"-25,-24 25,0 0,0-1,24-24,-49 25,0 0,25 0,0-25,-25 25,0-1,25 1,-25-25,0 50,0-25,0-1,0 26,0-25,0 49,0-24,0 24,0-49,0 50,0-26,0-49,0 50,-25-1,25-24,-25 0,0 25,25-26,0 26,-25 0,1-1,-1-24,0 25,25-1,-25-49,25 50,-25-25,25-25,-24 24,24 1,-25 0,25-25,0 0,0 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57:51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22402 9948,'0'0,"0"0,25 0,0 0,25 0,-1 0,1 25,24-1,-24 26,24-25,1 24,-26-24,1 0,-25 0,0 0,24 24,1 1,-50-25,50 24,-1 26,1-1,-25 1,24-1,-24-49,0 49,0-24,-1-1,1 1,0-25,0 24,0 1,-1 0,-24-25,25 24,0 1,-25-25,25 24,0 1,0-1,-25-24,24 0,1 0,-25-25,0 49,0-24,25 0,-25-25,25 0,-25 25,0 0,25-25,-25 0,0 24,0 1,0 0,24-25,-24 25,0 0,25-25,-25 25,0-25,25 24,0 1,-25-25,25 0,-25 25,0 0,24 0,1-25,0 24,-25 1,25-25,0 25,-25-25,24 0,1 0,0 25,-25-25,25 0,0 25,0-25,-25 0,24 0,1 0,-25 0,0 24,25-24,0-24,0-1,-1-25,1 50,0-49,0-1,24 50,-49-50,25 1,0-1,0 50,0-50,-1 1,-24 24,25 0,0 0,0 1,-25-1,0-25,25 50,-1-25,1-24,-25 24,0 0,25-24,0-1,0 25,24-24,-24-1,-25 0,0 25,25-24,0-1,0 50,-25-49,24 24,-24 0,25-25,0 1,-25 24,25 0,0 0,-25 1,0-1,24 0,1 0,-25 25,25-25,-25 1,0-1,0 25,25-25,0 0,-1 25,-24-25,25 0,0 1,-25 24,25-50,0 25,0 25,-25-25,0 1,24-1,-24 25,25 0,-25-25,25 0,-25 0,0 25,0 0,25 0,-25-24,25 24,-25-25,24 25,-24 0,0-25,25 0,0 25,-25-25,0 25,25 0,0 0,-25-24,24 24,-24-25,25 25,-25-25,25 25,0 0,-25 0,25 0,-1 0,-24 0,25 0,0 0,0 0,0 0,0 0,-1 0,1 0,0 0,0 0,-25 25,25-25,-1 0,1 25,-25-25,25 0,0 0,-25 24,25-24,-25 25,24-25,26 25,-50 0,25 0,24-1,-24 1,0 0,0-25,0 25,-25 0,0-25,24 24,1 1,-25 0,25-25,0 50,0-26,-25-24,25 50,-25-25,0-25,0 0,0 25,24 0,-24-1,0-24,25 25,-25 0,0 0,0-25,0 25,0-1,0-24,0 25,0 0,25 25,-25-50,0 49,25-24,-25 0,25 0,-1-1,-24 26,0-25,25 0,0 24,0 1,-25 0,25-26,-1 26,1 24,-25-24,0-50,25 50,-25-1,25-49,-25 25,25 0,-25 0,24-1,-24 1,0 0,0-25,25 0,-25 25,0 0,25-25,-25 24,0-24,0 0,25 0,-25 25,25-25,-25 25,25-25,-25 0,24 25,1 0,0 0,-25-25,25 24,0-24,-25 25,24-25,1 0,0 25,-25-25,25 0,0 0,-1 0,-24 0,25 25,0-25,-25 0,25 0,0 0,-1 0,-24 0,25 0,0 0,0 0,-25 0,25 0,0 0,-25 0,24 0,1 0,0 0,-25 0,25 0,0 0,-1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09:58:32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27687 10766,'0'0,"0"-24,0-1,0 0,0 25,0 0,25 0,-25 0,0 25,0 0,0-25,0 24,-25 1,25-25,-25 0,0 0,0 0,25 0,-24 0,-1 0,0 0,25 0,0-25,0 25,0-24,0-1,25 0,0 25,-25 0,24-25,26 25,-50 0,25 0,0 0,-1 0,-24 0,0 0,0 0,0 25,0 0,0 0,0-25,0 24,-24 1,-1-25,25 0,-25 0,0 0,0 0,25 0,-24 0,-1 0,25 0,0 0,0 0,0-25,0 25,0-24,0 24,25-25,-25 25,24 0,1 0,0 0,-25 0,25 0,0 0,-1 0,-24 25,25-25,-25 0,0 24,0 1,0-25,0 0,0 0</inkml:trace>
  <inkml:trace contextRef="#ctx0" brushRef="#br0" timeOffset="4059.2322">19376 5929,'25'0,"-1"0,-24 0,50 50,-25-26,24 26,-24 0,0-1,25 26,-25-51,24 26,-24 0,0-1,0-24,-25 0,24 25,1-50,0 24,-25 1,0 0,25-25,-25 0,25 0,-1 0,-24 0,0 0,0 0,0-25,25 0,-25 1,0-1,25 0,-25-50,25 1,0-25,-25 24,24 26,-24-1,25-24,-25 49,0 0,0-24,0 49,0-25,0 0</inkml:trace>
  <inkml:trace contextRef="#ctx0" brushRef="#br0" timeOffset="6010.3438">20170 6326,'0'0,"0"0,0 25,0-1,0 1,24 25,-24 0,25-50,-25 49,25-24,-25-25,0 25,0 0,25-25,0 0,-25 0,25 0,-1 0,-24-25,25 25,-25-25,0 0,25 0,-25-24,25-1,-25 25,25-24,-25-1,0 25,0-24,0 24,0 0,0 0,0 0,0 1,0 24,0 0,0 0,0 24,0 1,0 0,0 25,0 49,0-25,0 26,0 24,0-25,0-25,0 1,0-26,0 26,0-26,0-24,0 0,0 25,0-50,0 49,0-24,0-25,0 25,0 0,0-1,0-24,0 25,-25-25,25 25,0 0,-25-25,0 0,0 0,1 0,-1 0,0 0,0 0,-25 0,50 0,-24-25,-1 0,25 25,-25-25,0 1,25-1,0 25,0-25,0 0,0 0,0 1,0-1,0 25,25-25,-25 0,0 0</inkml:trace>
  <inkml:trace contextRef="#ctx0" brushRef="#br0" timeOffset="7143.4086">20740 6351,'0'0,"25"0,-25-25,25 25,0 0,0 0,-1-25,26 25,0-25,-26 25,26-25,0 25,-26-24,26 24,-25-25,0 25,-1 0,1 0</inkml:trace>
  <inkml:trace contextRef="#ctx0" brushRef="#br0" timeOffset="7764.4441">20790 6673,'25'-25,"0"1,-1 24,26-25,0 25,24 0,-24-25,24 25,0-25,-24 25,-25 0,25 0,-1-25,-49 25,25 0,0 0</inkml:trace>
  <inkml:trace contextRef="#ctx0" brushRef="#br0" timeOffset="9627.5507">22353 5979,'-50'0,"1"-25,24 0,0 0,-25 25,26-25,-1 25,0 0,0 0,0 0,1 0,-1 0,0 25,0 0,0 0,0-25,1 0,-1 49,0-24,0 0,0 0,1 24,24-24,-25-25,25 25,0 0,0-25,0 25,0-1,0 1,25-25,-1 25,-24 0,25-25,25 25,-50-25,49 0,-24 0,0 0,25 0,-1 0,-49 0,50-25,-25 0,-25 0,25 25,-1-49,-24 24,25 25,-25-50,25-24,-25 49,0-25,0-24,0 24,0 1,0-26,0 51,0-26,0 0,0 25,0-24,0 24,0 25,0-25,-25 0,25 1,-25 24,25 0,0 0,0 24,0 1,0 50,0-1,0 1,0 24,0-25,25 1,0-1,0 0,0 1,-1-50,-24-1,25 26,-25-50,0 25</inkml:trace>
  <inkml:trace contextRef="#ctx0" brushRef="#br0" timeOffset="11499.6577">22551 5507,'0'0,"0"0,0 25,0 0,0 0,0-25,0 49,25-24,-25 0,25 0,-25 24,0-24,25 0,-25 0,25-25,-1 25,-24-25,25 0,0 0,0 0,-25-25,0 0,0 0,25 0,-25 1,0-1,24 0,-24-25,0 25,25-24,-25 24,0 0,0 0,0 1,0-1,0 0,0 0,0 25,0-25,0 25,0 0,0 25,0 25,0-25,0 49,0 0,0-24,0 49,0-24,0-1,0-24,0 24,0 1,0-1,0-24,0-1,0 1,0-25,0 24,0-24,0-25,0 25,0 0,0 0,0-25,0 0,-25 0,1 0,24 0,-25 0,0 0,0 0,25 0,0 0,-25 0,25-25,-24 0,24 25,0-25,0 0,0 0,0 25,0-24,0-1,0 0,0 25</inkml:trace>
  <inkml:trace contextRef="#ctx0" brushRef="#br0" timeOffset="13085.7485">21881 6574,'0'0,"25"0,-25 0,0 0,50 0,0-25,-26 25,51 0,24 0,-49 0,24 0,0 0,26 0,-26 0,1 0,-1 0,25 0,0 0,-49 0,25 0,-1-25,-24 25,-26 0,26 0,0 0,-26 0,1 0,25 0,-50 0,25 0,-1 0</inkml:trace>
  <inkml:trace contextRef="#ctx0" brushRef="#br0" timeOffset="15736.9001">22874 7393,'-25'-50,"25"25,-25 25,0-49,1 24,-1 25,0-25,-25 0,50 0,-49 25,-26-24,51 24,-51 0,25 0,1 0,-1 0,-24 0,24 0,25 49,-24 1,24-25,0-1,0 26,1 0,24-26,0-24,-25 25,25 0,0 0,0-25,0 25,0-1,0-24,0 0,0 25,0 0,25-25,-1 25,1-25,-25 0,50 0,-1 0,-24 0,25 0,-1 0,-24 0,0 0,0 0,-25 0,25-25,-1 25,1-50,-25 1,25-50,0 49,-25-49,0 24,0 1,0-1,0 26,0-1,0 1,0-1,0 0,0-24,0 24,0 50,-25-24,25-1,-25 25,25 0,0 0,-25 0,25 0,-24 0,24 0,0 25,0-25,0 24,0 1,-25 25,25-1,0 51,0-1,0 0,0 25,25-25,-1 1,1-26,-25-24,25-1,0 1,0-1,-25-49,25 50,-25-25,0-25,0 25,24-25</inkml:trace>
  <inkml:trace contextRef="#ctx0" brushRef="#br0" timeOffset="17441.9976">22923 6946,'0'0,"0"25,0 0,0-25,0 24,0 1,0 0,0 25,0-1,0-24,0 25,0 24,0-49,0 49,0-24,0-25,0 24,0 1,0-50,0 25,0 0,0-1,0-24,0 0,25 0,0 0,-25 0</inkml:trace>
  <inkml:trace contextRef="#ctx0" brushRef="#br0" timeOffset="18387.0517">22799 7269,'0'-25,"25"25,-25 0,25 0,-25-25,50 25,-50 0,49 0,-24 0,0-25,25 25,-26-25,1 25,-25-24,25 24,0 0,-25 0,25 0,-1 0</inkml:trace>
  <inkml:trace contextRef="#ctx0" brushRef="#br0" timeOffset="19668.125">23742 5433,'0'0,"0"0,0 25,0-1,0 26,0 24,25 1,-25-25,0 49,25-25,-25 25,0 1,0-51,0 26,0-26,0 26,0-51,0 26,0-25,0 49,0-24,0 24,25-49,-25 25,0-1,0-49,0 25,0 0,0 0</inkml:trace>
  <inkml:trace contextRef="#ctx0" brushRef="#br0" timeOffset="22840.3064">23792 7120,'25'0,"-25"0,24 0,1 0,-25 0,25 0,0 0,0 0,-25 0,24 25,1-1,0-24,-25 25,0-25,0 25,0-25,25 25,-25 0,0-1,0-24,0 25,0 0,0 0,0-25,0 25,0-25,0 24,-25-24,0 25,25 0,-25-25,25 0,0-25,25 25,0-49,-25 24,25 0,0 0,-1-24,1 24,0 0,0-25,0 26,0-1,-25 0,0 0,24 25,-24-25,25 0,-25 1,25 24,-25-25,0 0,0 0,0 25,0-25,0 1,0 24,0 0,-25 24,25-24,-25 25,25 0,0 25,-24-50,-1 24,0 1,25-25,0 25,0 25,-25-50,25 25,0-1,0 1,-25 0,25 0,0 0,0-25,0 24,0 1,0 0,0-25,0 50,0-26,0-24,0 25,0 0,0-25,25 25,-25-25,25 25,-25-1,25-24,0 0,-25 0,24 0,1 0,0 0,-25 0</inkml:trace>
  <inkml:trace contextRef="#ctx0" brushRef="#br0" timeOffset="23728.3572">24412 7070,'0'0,"0"-25,0 25,25 0,0 0,-1-25,-24 25,25-24,0 24,0 0,-25 0,25-25,-1 25,-24 0,0-25,25 25,0 0,0 0,-25 0</inkml:trace>
  <inkml:trace contextRef="#ctx0" brushRef="#br0" timeOffset="24594.4067">24511 7244,'0'0,"0"0,0 0,25 0,0 0,-25 0,25 0,-1 0,-24 0,25 0,-25-25,25 25</inkml:trace>
  <inkml:trace contextRef="#ctx0" brushRef="#br0" timeOffset="26585.5206">25206 6698,'-25'0,"0"0,25 0,-25 25,-24 0,49-25,-25 24,0 1,0 0,25-25,0 25,-24 0,24-25,-25 24,25 1,0 0,0-25,0 25,0 0,-25-1,25-24,0 25,0 0,0 0,0 25,0-1,25 1,0-25,24 24,-24-24,0 0,0-25,24 25,-24-25,-25 0,25 0,0 0,-25 0,24 0</inkml:trace>
  <inkml:trace contextRef="#ctx0" brushRef="#br0" timeOffset="28052.6045">25305 6872,'0'-25,"0"25,0 0,25-25,0 25,0 0,-25 0,49 0,-24 0,-25 0,25 25,0-25,-1 25,-24-1,25 1,0 0,-25 25,25-50,-25 49,0-24,0-25,0 50,0-25,0-25,0 24,0 1,0 0,0 0,0 0,0-1,0-24,0 25,0-25,0 25,-25-25,0 0,25 0,-25 0,1 0,24 0,-25 0,0 0,0 0,0 0,1-25,-1 25,25-25,0 25,-25-24,25-1,0 25,-25-25,25-25,0 50,0-24,0-26,0 50,0-25,0 0,0 0,0 1,0-26,0 50,0-25,25 0,-25 1,0 24,0 0,25 0,-25-25</inkml:trace>
  <inkml:trace contextRef="#ctx0" brushRef="#br0" timeOffset="29718.6998">25752 6797,'0'0,"0"0,24 25,1 25,0-1,-25-24,25 49,0-24,-25-25,25 25,-25-26,0 1,0 0,0 0,0 0,0-25,0 24,0-24,0 0,0-49,0 24,0-25,0 1,0-26,0 26,24-1,-24-24,25 24,-25 50,0-50,25 26,-25-1,0 0,25 0,-25 25,0 0,25 0,-1 0,-24 0,0 0,25 25,-25 0,0 0,0-1,25 26,-25-25,0 24,0-24,25 50,-25-26,0 26,0-50,25 49,-25-24,0-50,0 49,0-24,0-25,0 25,0 0</inkml:trace>
  <inkml:trace contextRef="#ctx0" brushRef="#br0" timeOffset="31373.7945">26496 6723,'0'-25,"-25"25,0 0,25 0,0 0,-25 25,1-25,24 25,-25-1,25-24,-25 50,0 0,25-26,-25 1,1 25,24-1,0-49,0 25,0 0,0-25,0 25,0 0,0-25,0 0,24 0,1 0,-25 0,25 0,0 0,0 0,-1 0,1 0,0 0,-25 0,25 0,0 25,-25-25,0 24,0 1,0 0,0-25,0 25,0 0,0-25,0 24,0 1,0 0,-25-25,25 0,0 25,-25-25,0 0,0 25,25-25,-24 0</inkml:trace>
  <inkml:trace contextRef="#ctx0" brushRef="#br0" timeOffset="32556.8622">26769 6301,'-25'0,"25"0,0 0,0 25,0 0,0 24,0 26,0-26,0 26,0-1,0 1,0-51,0 51,0-26,0-24,0 50,0-26,0-24,0 25,0-1,0-24,0 0,0 0,0-25</inkml:trace>
  <inkml:trace contextRef="#ctx0" brushRef="#br0" timeOffset="33426.9119">26595 6872,'0'-25,"0"25,0 0,0-25,25 25,-25 0,25 0,-25 0,25 0,-1 0,-24 0,25-25,0 25,0 0,-25 0,0-25,25 25,-1 0,-24 0</inkml:trace>
  <inkml:trace contextRef="#ctx0" brushRef="#br0" timeOffset="34881.9952">24387 7318,'25'0,"-25"0,25 0,-25 0,25 0,24 0,-49 0,25 0,0 0,0-25,-25 25,24 0,1 0,0-24,-25 24,25 0,0 0,-25 0,24 0,1 0,0 0</inkml:trace>
  <inkml:trace contextRef="#ctx0" brushRef="#br0" timeOffset="39692.2702">27588 10692,'0'-25,"-25"25,25-25,-25 25,25 0,0 0,25 0,0 0,-25 0,24 0,1 0,0 0,-25 0,0 0,25 0,0 0,-25 25,0 0,0-25,-25 25,25-25,0 25,-25-25,0 0,0 0,25 0,0-25,0 25,0 0,25 0,0 0,-25 0,0 0,0 0,-25 0,25-25,0 0,0 25,25 0,-25-25,0 25,25 0,0 0,-25 0,24 0,1 0,0 0,-25 0,0 0,0 25,25 0,-25-25,0 25,0 0,0-25,0 0,-25 0,0 24,0-24,25 0,-24 0,-1 0,25 0,0 0,-25 0,25-24,0-1,0 25,25 0,0 0,-25 0,0 0,-25 0,25 0,-25 0,25 0,0-25,0 0,0 0,0 25,25 0,0 0,-25 0,0 25,0-25</inkml:trace>
  <inkml:trace contextRef="#ctx0" brushRef="#br0" timeOffset="67626.8681">20343 15306,'0'0,"0"0,0 25,0 0,0-25,0 25,0-1,0-24,0 25,0 0,0 0,25-25,0 25,-25-1,25-24,-25 25,25-25,-1 0,1 0,-25 0,25 0,0 0,-25 0,25 0,-1 0,1 0,-25 0,25 0,-25-25,25 1,0 24,-25-25,24-25,1 50,0-49,-25 24,0 25,0-25,0 0,0 0,0 25,0 0,0-24,0 24,0 0,0 0,0 24,0 1,0 0,0 25,-25-1,25 50,0-24,0 24,0 25,0-25,0 1,0-26,0-24,0-1,0-24,0 0,0 0,0-1,-25 1,25-25,0 25,0 0,0-25,-24 0,24 25,-25-25,0 0,25 24,0-24,-25 0,25 25,-25-25,1 0,24 0,0 0,-25 0,0 0,25 0,-25 0,0 0,25 0,-24 0,24-25,-25 1,25-1,0 0,0 0,0 25,0-25,0 1,0-1,0 25,0-25,0 0,0 25,0-25,0 1,0-1,25 25,-25-50,24 25,1 25,-25-49,0 24,0 25,0-25,25 25</inkml:trace>
  <inkml:trace contextRef="#ctx0" brushRef="#br0" timeOffset="68761.9329">20988 15505,'0'0,"50"0,0 0,-26-25,51 25,-1 0,-24-25,0 25,-26 0,26-25,-50 25,25 0,0 0,-1 0,-24 0,0 0</inkml:trace>
  <inkml:trace contextRef="#ctx0" brushRef="#br0" timeOffset="69706.9869">21063 15753,'0'0,"25"0,-1 0,-24 0,25 0,0 0,0 0,-25 0,49 0,-24 0,0 0,0 0,0 0,0 0,-1 0,1 0,-25 0,25 0,0 0,-25 0,25 0</inkml:trace>
  <inkml:trace contextRef="#ctx0" brushRef="#br0" timeOffset="72062.1217">21857 15356,'0'0,"0"0,0 25,0 24,0 1,-25 24,25 25,0-24,-25 24,25-49,0-1,0 1,0-25,0 0,0-1,0-24,0-24,0 24,0-25,0 0,0 0,0-49,0-1,0 1,25-25,0 49,-1-24,26-1,0 1,-25-1,24 26,-24 24,25 0,-50 0,24 1,1 24,-25 0,0 0,0 24,0-24,0 25,25 0,-25 0,0 24,0 26,25-1,-25-24,0 24,0 1,0-1,0-24,0-1,0 1,0-50,0 25,0 0,0-25,0 24,0 1</inkml:trace>
  <inkml:trace contextRef="#ctx0" brushRef="#br0" timeOffset="72880.1685">21782 15753,'25'0,"0"-25,-25 25,49 0,-24 0,0 0,25 0,-1-25,-24 25,50-25,-26 25,-24-25,25 25,-26 0,1 0,-25 0,25 0,0 0,-25-24</inkml:trace>
  <inkml:trace contextRef="#ctx0" brushRef="#br0" timeOffset="74269.2479">22874 15157,'0'0,"-25"0,0 0,0 0,1 0,-1 0,-25 0,25 25,-24 0,24 0,-25-25,26 49,-26-24,50 0,-25 0,0 0,25-1,-25 1,25-25,0 25,-24 25,24-50,0 24,0 1,0 0,0-25,0 0,24 0,26 0,-25 0,25 0,-1 0,-24 0,0 25,0-25,-25 25,24-25,1 24,0-24,-25 25,0-25,0 25,0 0,0-25,0 25,0-1,0-24,0 0,0 25,0 0,-25 0,0-25,1 25,-26-25,0 25,26-1,-26-24,0 25,50-25,-25 0,1 0,-1 0,25 0,0 0</inkml:trace>
  <inkml:trace contextRef="#ctx0" brushRef="#br0" timeOffset="74998.2897">23023 15381,'0'0,"0"24,25 1,-25 0,0 0,0 24,0 1,0-50,0 25,0 24,0-49,0 25,0 0,0 0</inkml:trace>
  <inkml:trace contextRef="#ctx0" brushRef="#br0" timeOffset="75884.3404">23122 15182</inkml:trace>
  <inkml:trace contextRef="#ctx0" brushRef="#br0" timeOffset="77285.4204">23122 15207,'0'25,"25"0,0 24,-1 1,-24-1,25 26,-25-1,25 1,-25-51,0 26,0 0,0-26,0 1,0 0,0 0,0-25,0 0,0 0,25-25,-25 0,25-24,-25-1,0-24,24 49,1-25,-25 1,25-1,0 50,-25-25,25 0,-25 25,0-24,24-1,1 25,-25-25,0 25,25 0,-25 0,25 25,0 0,-25-1,0 1,0 0,0 25,0-26,0 1,0 25,0-25,0-25,0 24,0 1,0 0,0-25,0 25,24 0</inkml:trace>
  <inkml:trace contextRef="#ctx0" brushRef="#br0" timeOffset="78240.4751">23990 15083,'-25'25,"1"0,-1 24,0 1,0 24,0-49,25 25,-24-1,24-24,-25 25,25-1,0-24,0 25,0 24,0-24,0-26,25 51,-1-25,-24-50,0 49,25-24,0-25,-25 0,0 25,25-25</inkml:trace>
  <inkml:trace contextRef="#ctx0" brushRef="#br0" timeOffset="79442.5438">24164 15306,'0'0,"0"50,0-25,0 24,0 26,0 24,25-50,-25 26,0-1,0-24,0 0,0-1,0 1,0-50,0 49,0-24,0-25</inkml:trace>
  <inkml:trace contextRef="#ctx0" brushRef="#br0" timeOffset="80644.6125">24486 15405,'0'0,"-24"25,-1 0,0 0,25-25,0 25,-25-1,0 1,1-25,24 0,0 0,0 0,24 0,1 0,-25 0,25 0,0 25,0 0,-1 24,1-49,0 50,0 0,-25-50,25 49,-25-24,24-25,-24 50,25-25,-25-25,0 24,0 1,0 0,25-25,-25 0,25 0</inkml:trace>
  <inkml:trace contextRef="#ctx0" brushRef="#br0" timeOffset="82418.7141">24809 15356,'0'0,"0"0,25 0,0 0,24 25,1-1,-50-24,49 50,-24 0,0-50,0 49,-25 1,0-25,0 24,0 1,0-25,0-1,0 1,0 0,0 0,-25 0,25-25,-25 25,25-1,-25 1,25-25,0-25,0 1,0-1,25-25,-25 0,25-24,0 49,0-49,-1 24,1 1,0 24,-25-25,25 1,-25 49,0-25,25 0,-25 0,24 25,-24-25,0 25,-24 0,24 0,0 25,0 0,0 0,0 24,-25 1,25-25,0 24,0 1,-25-50,25 50,0-1,0-49,0 50,0-1,0-24,25 25,0 0,-1-1,-24-49,25 50,0-25,0-25</inkml:trace>
  <inkml:trace contextRef="#ctx0" brushRef="#br0" timeOffset="83462.7738">25429 15703,'0'-25,"0"25,0 0,25-25,0 25,0-24,24 24,-24 0,25 0,-26-25,1 25,0 0,25 0,-50 0,24 0,1 0,-25 0,25 0,0 0</inkml:trace>
  <inkml:trace contextRef="#ctx0" brushRef="#br0" timeOffset="85324.8803">26025 15356,'0'0,"0"0,0 49,0-24,24 25,-24-1,0-24,0 25,0-25,0-1,25 1,-25 0,0 0,0-25,25 25,-25-1,0-24,25 25,-25 0,0-25,0 25,25-25,-1 0,1 0,-25 0,25 0,-25 0,25 0,-25-25,0 25,25-25,-25 0,24 1,-24-1,25-25,-25 1,25 24,-25-25,0 1,0 24,0 0,0 0,0 0,0 25,0-24,0 24,0 0,0 24,0 26,0-50,0 50,0-1,25-24,-25 25,0-1,0-49,0 50,25-25,-25-25,0 24,24-24,-24 25,25-25,-25 0,25 0,0 0,-25 0,0-25,25 25,-25-49,25-1,-1 25,-24-49,0 0,25-1,-25 26,0-1,0-24,0 49,0 0,0-25,0 50,0-49,0 24,0 25,0-25,-25 25</inkml:trace>
  <inkml:trace contextRef="#ctx0" brushRef="#br0" timeOffset="86419.9429">27017 15083,'0'0,"0"25,0 24,0-24,0 74,0-24,-25 24,25 0,0-49,0 24,0 1,0-1,0-24,0-1,0 1,0-50,0 25,0 0,0-25,0 0,0 0</inkml:trace>
  <inkml:trace contextRef="#ctx0" brushRef="#br0" timeOffset="87276.9919">26893 15554,'0'-25,"0"25,0 0,25 0,-1 0,26-24,0 24,-50-25,49 25,-24-25,-25 25,25 0,0 0,-25-25,25 25,-25 0</inkml:trace>
  <inkml:trace contextRef="#ctx0" brushRef="#br0" timeOffset="88912.0855">27439 14959,'0'0,"0"0,24 0,1 0,0 49,0-24,25 0,-26 50,26-26,-50 1,50 24,-26-49,-24 0,25 24,0-49,-25 50,0-25,0 0,0 24,0 1,0-25,0 24,0-24,0 0,0 24,-25-24,0 0,25 25,-24-1,-1-49,-25 50,25 0,25-50,-24 24,-1 26,25-25,-25-25,25 0,0 25,-25-1,0-24,25 0</inkml:trace>
  <inkml:trace contextRef="#ctx0" brushRef="#br0" timeOffset="92715.303">24214 15629,'24'0,"1"0,-25 0,0-25,25 25,0 0,0 0,-1 0,1-25,0 25,-25 0,0 0,25 0,0-25,-25 25,0-25,24 25,-24-24,0 24,25 0,-25-25,0 0,25 25,-25 0,0-25,0 25,0-25,0 1,25 24,-25 0,0-25,0 0,0 0,0 25,25 0,-25-25,0 1,0-1,0 25</inkml:trace>
  <inkml:trace contextRef="#ctx0" brushRef="#br0" timeOffset="95712.4745">20219 17117,'-25'0,"-24"-25,-1 0,1 1,-26-1,50 25,-49-25,24 25,26 0,-26 0,0 0,26 0,-1 0,0 0,0 25,25-25,0 0,-25 25,25-1,-25 1,25-25,0 25,0 0,0-25,0 25,0 0,0-1,0-24,0 0,0 25,25-25,0 0,0 0,25 0,-50 0,24 0,26 0,-25-49,0 24,-1-25,26-24,-25 24,0-24,-1-1,-24-24,25 25,-25 24,0-24,0-1,0 1,0 49,0-25,0 1,0 49,0-25,0 25,0 0,0 25,0-1,0 1,0 25,0 49,0-49,0 49,0 0,0-24,0-1,0-24,25-1,-25 1,0-25,0-1,0 1,0 0,0-25,0 25,25-25</inkml:trace>
  <inkml:trace contextRef="#ctx0" brushRef="#br0" timeOffset="97209.5601">20095 16795,'25'0,"-25"49,25 1,0-25,-25 24,0-24,24-25,1 25,-25 0,0-1,25-24,0 0,0 0,-25 0,25 0,-25 0,24-24,-24-1,25 25,-25-25,0 0,0 0,0 1,0-1,0 0,25 0,-25-24,0 49,0-25,0 0,0 0,0 25,0 0,0 0,25 25,-25 0,0 24,25 26,-25-1,0-49,0 49,24-24,-24-25,0 25,0-1,0-49,0 50,0-25,0-25,0 24,0 1,0-25,0 25,-24-25,-1 0,25 0,-25 0,0 0,25 0,-25 0,1 0,-1 0,25 0</inkml:trace>
  <inkml:trace contextRef="#ctx0" brushRef="#br0" timeOffset="98105.6113">19674 17712,'0'0,"24"0,1 0,-25-24,50 24,24 0,-24-25,49 25,0 0,0 0,1 0,-51 0,26 0,-26 0,26 0,-50 0,24 0,-24 0,25 0,-1 0,-24 0,0 0,25 0,-50 0,24 0,1 0,0 0,-25 0,25 0,0 0,-25 0</inkml:trace>
  <inkml:trace contextRef="#ctx0" brushRef="#br0" timeOffset="99820.7094">20393 18258,'0'-25,"-25"25,0 0,1 0,-1-24,-25 24,0 0,26 0,-51 0,26 0,24 24,-25 26,1-25,-1-25,25 49,25-24,-25 0,1 25,-1-26,0 26,25-25,0 25,0-1,0-24,0 0,0 0,0-1,0 1,0 0,0-25,0 0,0 0,25 0,0 0,-1 0,51 0,-50-25,49 0,-24-24,-1-1,-24 50,-25-49,50 24,-50 0,24-25,-24 1,25-1,-25 25,0-24,0-1,0 0,0 1,0-26,0 26,0-26,0 26,0 24,0 0,-25 0,25 1,-24 24,24 0,0 24,0 1,0-25,0 25,0 25,0-50,0 74,24-24,-24-1,25 26,0-1,0-24,-25-1,25-24,-25 25,0-50,0 24,0 1</inkml:trace>
  <inkml:trace contextRef="#ctx0" brushRef="#br0" timeOffset="100864.7692">20616 17837,'0'0,"0"24,0 1,0 25,0-1,0-24,0 25,0-1,0-24,0 25,0-1,0-49,0 25,0 0,0-25,0 25,0 0,0-1,0-24,25 25,-25 0,0 0,0-25,0 25,0-25,25 0</inkml:trace>
  <inkml:trace contextRef="#ctx0" brushRef="#br0" timeOffset="101583.8103">20517 18184,'0'0,"0"0,25-25,0 25,24 0,1 0,-50-25,49 25,-24 0,-25 0,25-25,0 25,0 0</inkml:trace>
  <inkml:trace contextRef="#ctx0" brushRef="#br0" timeOffset="102766.8779">21212 17291,'-25'0,"25"0,0 0,25 0,-1 0,-24 0,25 0,0 0,0 0,-25 0,25 0,0 0,-1 0,-24 0,25 0</inkml:trace>
  <inkml:trace contextRef="#ctx0" brushRef="#br0" timeOffset="103672.9298">21236 17539,'0'0,"25"-25,0 25,0 0,-25-25,25 25,24 0,-49 0,25 0,0 0,-25 0,25 0,0 0,-1 0,-24 0,25 0</inkml:trace>
  <inkml:trace contextRef="#ctx0" brushRef="#br0" timeOffset="104865.9979">21733 17266,'0'0,"0"0,0 0,24 0,-24 0,25 0,0 0,0 0,-25 0,49 0,-24 0,-25 0,25 0,0 0,0 0,-25 0,25 0</inkml:trace>
  <inkml:trace contextRef="#ctx0" brushRef="#br0" timeOffset="108167.1868">22402 16844,'0'0,"0"0,0 0,0 25,0 0,0 0,0-25,-24 24,24 1,0 0,0-25,0 25,0 0</inkml:trace>
  <inkml:trace contextRef="#ctx0" brushRef="#br0" timeOffset="110583.325">22378 16869,'0'25,"0"0,0-25,0 24,0 1,0 0,0-25,0 25,0 0,0-25,0 24,0 1,0 0,0-25,0 25,0 25,0-26,0 1,0 25,0-50,0 25,0-1,0-24,0 0,24 0,1 25,-25-25,25 0,0 0,-25 0,25 0,-25 0,25 0,-1-25,-24-24,0 49,25-50,-25 25,0 1,25-1,-25 0,0 25,0-25,0 0,0 0,0 25,0-24,0-1,0 0,0 25,0 0,0 0,0 25,0 24,0-49,0 50,0-25,0 0,0 0,0-1,0-24,0 25,0 0,25-25,-25 25,25-25,-1 25,1-25,-25 0,25 0,0 0,0-25,-25 25,0 0,24-25,-24 0,25 25,-25-25,0 1,25-26,-25 25,0 0,0 0,0-49,0 24,0 1,0-1,0 1,0 24,0 25,0-25,0 0</inkml:trace>
  <inkml:trace contextRef="#ctx0" brushRef="#br0" timeOffset="112255.4207">22998 16497,'0'0,"0"0,0 50,0-26,25 51,0-1,-1 25,-24 1,25-26,-25-24,0-1,0 1,0-25,0 24,0 1,0-25,0 0,0-1,0-24,0 25,0 0,0-25,0 0,0-25,0-24,0-26,0 1,0-1,0-24,0 0,0 0,0 24,0-24,0 49,25 1,-25-1,25 25,-25 0,25 25,-25-24,24 24,-24 0,0 24,0-24,25 50,-25-25,25 0,-25 24,25-24,-25-25,0 25,0 0,0 0,25-25,-25 24,0 1,0-25,0 50,0-25,0-1,0 26,0 0,0-1,0 1,0-1,0-24,0 0,0 0,0 0,0 0,0-1,0-24,0 25</inkml:trace>
  <inkml:trace contextRef="#ctx0" brushRef="#br0" timeOffset="113102.4691">23023 17092,'25'0,"-1"0,-24 0,25 0,0 0,0 0,0 0,24 0,-49 0,25 0,0 0,-25 0,25 0,-1 0,1 0,-25 0</inkml:trace>
  <inkml:trace contextRef="#ctx0" brushRef="#br0" timeOffset="114365.5414">23817 16720,'-25'0,"25"0,-25 0,0 0,0 25,25-25,-24 0,-1 25,25-25,0 25,-25-25,25 0,-25 24,25 1,0 0,0 0,-25 24,25 1,0-50,0 50,0-1,0-49,0 25,0 25,0-50,0 25,0-1,0-24,0 25,25 0,-25 0,25-25,0 25,-25-1,25 1,-25-25,24 0,1 0</inkml:trace>
  <inkml:trace contextRef="#ctx0" brushRef="#br0" timeOffset="115743.6202">23941 16844,'24'0,"-24"0,50 0,-25 0,-25 0,25 0,24 0,-49 25,25 0,0 0,-25-25,25 24,-25 1,0-25,0 25,0 0,0 0,0-1,0 1,0 0,0 0,0 0,0 0,0-25,0 24,0 1,0 0,0-25,0 25,-25-25,0 25,25-25,-25 0,0 0,25 0,0 0,-24 0,24-25,-25 25,25 0,-25-25,25 0,0 0,0 25,0-24,0-1,0 0,0 0,0-25,0 50,0-24,0-1,0 0,0 25,0-25,0 0,0 25</inkml:trace>
  <inkml:trace contextRef="#ctx0" brushRef="#br0" timeOffset="117182.7024">24313 16695,'0'0,"0"0,0 25,-25-25,25 25,0 0,-25-25,25 49,0-24,0 0,0 25,0-26,0-24,0 25,0 0,0-25,0 25,0 0,25-25,-25 0,25 0,0 0,-1 0,-24 0,25 24,0-24,0 25,-25 0,0 0,0-25,25 25,-25 24,24-24,-24 0,0 25,0-50,0 24,0 1,0 0,0 0,0 0,0-1,0-24,0 25,0 0,-24-25,24 25,0 0,-25-25,25 24,-25-24,25 0</inkml:trace>
  <inkml:trace contextRef="#ctx0" brushRef="#br0" timeOffset="118641.7859">24983 16596,'-25'0,"25"0,-25 0,25 25,-25 0,25 0,-25-1,1 26,24 0,0-26,0 26,-25 0,25-1,-25 1,25-25,-25 24,25-24,0 25,0-25,0-1,0 26,0-25,0 0,0-1,0 1,0-25,0 25,0 0,0-25,0 25,0-1,25 1,-25-25,25 0,-25 25,25-25,-25 0,24 25,1-25</inkml:trace>
  <inkml:trace contextRef="#ctx0" brushRef="#br0" timeOffset="119714.8473">25305 16869,'0'0,"0"0,0 50,0-26,0 51,0-1,0-24,0 24,0-24,0-25,0 24,0 1,0-25,0 0,0-1,0 1,0-25,0 25,0 0,0-25</inkml:trace>
  <inkml:trace contextRef="#ctx0" brushRef="#br0" timeOffset="120758.907">25603 16844,'0'25,"0"-25,-25 50,0-1,25-49,-25 50,25-1,-24-24,24 0,-25 0,0 0,25-25,0 25,-25-1,25-24,-25 0,25 0,0 0,25-24,-25 24,25 0,0-25,0 25,24 0,1 0,-1 49,-24-24,0 25,0-1,24 26,-49-75,25 49,0-24,-25 0,0-25,0 25</inkml:trace>
  <inkml:trace contextRef="#ctx0" brushRef="#br0" timeOffset="122454.004">25876 17092,'0'0,"25"0,24 0,-49 0,50 0,-25 0,-25 0,24 0,1 25,0-25,-25 25,0 0,0 0,0-25,0 49,0-24,0 25,0-1,0-24,0 25,0-1,0-24,0-25,-25 25,25 0,-25-25,1 0,24 0,0 0,0-25,0 0,0 0,0-49,0 49,24-49,1-1,0 26,0-1,0 0,-25-24,24 24,1 25,0-24,-25-1,0 50,0-49,25 24,-25 25,25-25,-25 0,0 0,0 25,0 0,0 0,0 0,0 0,0 25,0 0,0 0,0 24,-25-24,25 50,0-26,-25 26,25-51,0 51,0-25,0-26,0 26,0-25,0 0,0-1,0 1,0-25,0 25,25-25,-25 25,0-25,25 25,-1-25,1 0</inkml:trace>
  <inkml:trace contextRef="#ctx0" brushRef="#br0" timeOffset="123381.057">26471 17167,'0'0,"0"0,0 0,0-25,25 25,-25 0,50 0,-26-25,-24 25,25 0,0 0,0-25</inkml:trace>
  <inkml:trace contextRef="#ctx0" brushRef="#br0" timeOffset="125253.1641">26794 16894,'0'0,"0"0,0 25,0 24,0-24,24 49,-24 1,25-1,-25-24,25 0,-25 24,25-24,-25-26,0 1,0 0,25-25,-25 0,0-25,0 0,0 1,0-26,0 25,0-49,24-1,-24 26,0-26,25 1,-25 24,0 50,0-25,0 1,0-1,0 25,0 25,0-1,0 1,25 0,-25 0,0-25,0 25,0-1,25-24,-25 25,0-25,0 25,0 0,0-25,0 25,25-25,-25 25,0-1,25-24,-1 0,-24 0,0-24,0-1,0 0,0 0,0 0,0 0,0 1,25-1,-25-25,0 1,0 24,0-25,25-24,-25 49,0-25</inkml:trace>
  <inkml:trace contextRef="#ctx0" brushRef="#br0" timeOffset="126139.2147">27265 16422,'0'0,"0"0,0 50,0 0,0-25,0 49,0 0,0 26,0-51,0 26,0-26,0-24,0 25,0-1,25-24,-25 0,0 0,0 0,0-25,0 24</inkml:trace>
  <inkml:trace contextRef="#ctx0" brushRef="#br0" timeOffset="126819.2537">27265 16894,'0'0,"25"0,-25 0,25-25,24 25,-49 0,25 0,-25-25,25 25,0 0,-25 0</inkml:trace>
  <inkml:trace contextRef="#ctx0" brushRef="#br0" timeOffset="127892.315">27588 16720,'0'0,"24"0,1 50,25-50,-50 49,49-24,-24 25,0-1,0-24,-25 25,25-1,-25-24,0 25,0 24,0-49,0 74,0-24,0-26,-25 1,0 0,0-1,0 26,1-26,-1 1,0 0,25-1,-25-24,25 0,-25 0,1-1,24-24,0 25,-25-25</inkml:trace>
  <inkml:trace contextRef="#ctx0" brushRef="#br0" timeOffset="141884.1153">22353 17588,'0'0,"25"0,-25-24,24 24,-24 0,25 0,0 0,0 0,0 0,24 0,-49 0,50 0,0 0,-50 0,24 0,26 0,-50 0,25 0,0 0,-1 0,-24 0</inkml:trace>
  <inkml:trace contextRef="#ctx0" brushRef="#br0" timeOffset="150673.6181">19128 17588,'0'0,"25"0,-1 0,-24-24,0 24,25 0,0 0,0 0,0 0,24 0,-49 0,25 0,0 0,0 0,-25 0,24 0</inkml:trace>
  <inkml:trace contextRef="#ctx0" brushRef="#br0" timeOffset="151501.6654">19053 17787,'25'0,"-25"0,25 0,0 0,-25 0,25 0,-1 0,1 0,-25 0,25 0,0 0,0 0,-25 0</inkml:trace>
  <inkml:trace contextRef="#ctx0" brushRef="#br0" timeOffset="153047.7538">17614 17291,'0'0,"0"25,0-25,0 24,0 26,0-25,25 24,-25 1,0 24,25-49,0 25,0-1,-25-24,24 25,-24-25,25-25,-25 25,0-25,0 0,25 24,0-24,0 0,-25 0,0 0,0-24,24-26,1 50,-25-75,25 26,0-1,0 1,-25-26,25 26,-25 24,24-25,-24 1,0 24,25 0,-25 0,0 0,0 25</inkml:trace>
  <inkml:trace contextRef="#ctx0" brushRef="#br0" timeOffset="154999.8654">18111 17663,'0'0,"0"0,0 25,0-1,0-24,0 25,0 0,0-25,0 25,0-25,0 25,24-25,1 0,0 0,-25 0,25 0,0-25,-1 25,-24-25,0 0,0 25,0-25,0 1,0-1,0 25,0-25,0 0,0 0,0 25,0 0,0 0,0 25,0 0,0-25,0 50,0-1,0 1,25 24,-25-24,0 0,0-1,0 1,0-25,0 24,0-24,0-25,0 50,0-26,0-24,0 25,0 0,0 0,0-25,0 25,0-1,0 1,0-25,-25 25,1-25,24 25,0-25,-25 0,0 0,0 0,25 0,0 0,-25 0,1-25,24 25,-25-25,25 0,0 1,0 24,0-50,0 0,25 26</inkml:trace>
  <inkml:trace contextRef="#ctx0" brushRef="#br0" timeOffset="159907.1462">27662 10667,'0'-25,"0"25,0-24,0-1,0 25,0-25,0 0,0 0,0 1,0-26,0 25,0-25,0 1,0 24,0 0,0-24,0 24,0-25,0 25,0-24,0 24,0 0,0-24,0-1,0 50,0-50,0 1,-25 49,25-50,0 25,0 0,-25 1,25-1,0 25,0-50,0 25,-24 1,24-1,0-25,0 50,0-25,0 1,0 24,0-25,0 0,0 0,0 25,-25 0,25-25,0 1,0-1,0 25,0-25,0 0,0 25,0-25,-25 25,25-24,0-1,0 25,0-25,0 25,0 0,0 25,0 0,0-1,0-24,0 25,0 0,0 0,0 24,0 26,0-50,0 24,0 1,0-25,0 24,0-24,0 49,0-24,0 25,0-26,0 26,0-1,0-49,0 24,0 1,0 0,0-1,0 26,0-26,0 1,0 0,0 24,0-24,0-1,0 26,0-51,25 26,-25 0,0-26,0 51,25-26,-25 1,0 0,24-1,-24 26,0-50,0 49,25-24,-25-1,0-24,0 0,0 0,0-1,0 1,0 0,0 0,0 0,0 24,0-24,0 25,0 24,0-49,0 25,0-26,0 26,0 0,0-50,0 24,0 1,0 0,0-25,0 25,0 0,0-1,0-24,0 25,0-25,0 0,0-25,0 1</inkml:trace>
  <inkml:trace contextRef="#ctx0" brushRef="#br0" timeOffset="161970.2642">27513 8906,'-25'0,"25"0,0 0,0 25,-25-25,25 24,0-24,0 25,-24 0,24 0,0 0,0 24,0-24,0 25,0-1,0 26,-25-50,25 24,-25 1,25-25,0-1,0 1,0 0,0-25,0 0,0-25,0 0,0 25,0-49,0 24,25-25,-25 1,25-1,-25 25,24-24,1-1,-25 25,25-24,-25-1,25 0,0 26,-25-1,25 0,-25 25,24-25,-24 25,0 0,0 25,0-25,0 25,0-25,25 25,-25-1,0 1,0-25,0 25,0 0,0 0,0-25,0 25,0-1,25-24,-25 25,0 0,0 0,0-25,0 25,0-1</inkml:trace>
  <inkml:trace contextRef="#ctx0" brushRef="#br0" timeOffset="164321.3987">27637 9080,'0'0,"0"24,0-24,0 25,0 0,0 0,0 24,0 26,0-1,0 1,0-1,0 25,0-24,0-26,0 26,0-1,0-24,0-25,0 24,0-24,0 0,0 24,0-49,0 50,0-25,0 0,0 24,0 1,0-25,0 24,0-24,0 0,0 0,0 0,0-25,0 24,0 1,0 0,0-25,-25 0,25 25,0 0,0-25,0 24,0 1,0 0,0-25,0 25,0 0,0-1,0-24,0 25,0 25,0-1,0 26,0-26,0 1,0 25,0-1,0-24,0-26,0 51,0-26,0-24,0 25,0-1,0-49,0 50,0-25,0-25,0 25,0-25,0 0</inkml:trace>
  <inkml:trace contextRef="#ctx0" brushRef="#br0" timeOffset="174598.9864">5657 16894,'0'0,"0"0,24 0,-24 25,0-1,25 1,0 0,0 0,-25 24,0 1,25 0,-1-50,-24 25,25-1,-25 1,0-25,0 25,25-25,-25 25,25-25,0 25,-25-1,0 1,24-25,1 0,-25 25,25-25,-25 0,25 0,-25 0,0 0,25 0,-25-25,0 0,0 1,25-1,-1-25,1 1,0 24,0-50,0 26,-1-1,-24 25,0 0,25 1,-25-1,0 25,0-25,0 0,0 0</inkml:trace>
  <inkml:trace contextRef="#ctx0" brushRef="#br0" timeOffset="175811.0558">6326 16919,'25'0,"-25"0,25 0,0 0,0 0,-1 0,26-25,25 25,-51 0,26 0,0 0,-26 0,1 0,0 0,0 0,0 0</inkml:trace>
  <inkml:trace contextRef="#ctx0" brushRef="#br0" timeOffset="176461.093">6277 17192,'0'0,"0"0,25 0,-1 0,26 0,24 0,1 24,-25-24,49 0,-25 25,-24-25,-25 0,24 0,-24 0,0 0,0 0,-25 0,24 0</inkml:trace>
  <inkml:trace contextRef="#ctx0" brushRef="#br0" timeOffset="179160.2474">7368 16646,'0'0,"0"0,-24 25,24-1,0 1,0-25,0 25,0 0,0-25,0 25,0-1,0 1,0-25,0 25,0 0,24 0,1-25,0 0,25 0,-50 24,24-24,1 0,-25 25,25-25,0 0,0 0,-25 0,0 0,24 0,-24-25,0 25,0-24,0-1,0 0,0 25,0-25,0 25,0-25,0 1,0 24,0 0,-24 0,24-25,0 25,0 0,0 25,0-1,0 1,0-25,0 25,0 0,0 0,0-25,0 24,0 1,24-25,1 25,0-25,-25 25,25-25,0 0,-25 0,25 0,-1 0,1 0,-25 0,0 0,25 0,0-25,0 25,-25-25,0-24,24 49,1-50,-25 25,25 25,-25-25,0 1,0-1,0 25,0-25,0-25,0 50,0-24,0-1,0 25</inkml:trace>
  <inkml:trace contextRef="#ctx0" brushRef="#br0" timeOffset="180274.3111">7344 17142,'0'0,"24"0,1 0,0 0,25 0,24 0,-24 0,24 0,1 0,-1 0,-24 0,24 0,-24 0,-26 0,1 0,25 0,-50 0,25 0,-1 0,-24 0,25 0,0 0,0 0,-25 0,25 0</inkml:trace>
  <inkml:trace contextRef="#ctx0" brushRef="#br0" timeOffset="181330.3714">7691 17291,'0'0,"0"25,0-1,0 51,0-1,-25 1,25 24,0 0,0 0,-25-24,25-50,0 24,0-24,0 0,0-25</inkml:trace>
  <inkml:trace contextRef="#ctx0" brushRef="#br0" timeOffset="182709.4503">8063 17266,'-25'25,"0"24,1-24,24 25,-50-1,25 1,0-50,-24 50,49-1,-25-24,0 0,0 0,25-1,-24-24,-1 25,25 0,-25-25,25 0,0 0,0 0,0 0,0-25,0 25,0-25,0 25,0-24,25 24,-25-25,25 25,-25 0,24 0,1 0,0 25,0-1,24 1,1 50,0-26,-50 26,49-26,-24-49,0 50,0-25,-25 0,0-25,0 0,0 0</inkml:trace>
  <inkml:trace contextRef="#ctx0" brushRef="#br0" timeOffset="186886.6893">5284 16348,'25'0,"-25"-25,0 25,50 0,-1 0,1 0,49-25,1 25,24 0,49 0,-49 0,-24 0,-1 0,-25 0,-24 0,-1 0,-24 0,0 0,-25 0,25 0,-25-24,0 24,0 0,-25-25,0 25,0 0,25 0,-24 0,-1-25,0 0,-25 0,26 25,-1-24,0-1,0 0,0 25,25-25,0 0,-24 25,24-24,0 24,0 0,24 0,1 24,-25 1,75-25,-26 25,26 0,-51 0,26-1,0 1,-25 0,-1-25,1 0,-25 25,25 0,-25-25,0 24,0 1,0-25,0 25,-25-25,0 25,25 0,0-1,-24-24,-1 0,0 0,25 25,0-25,-25 0,25 25,-25-25</inkml:trace>
  <inkml:trace contextRef="#ctx0" brushRef="#br0" timeOffset="189930.8633">24834 8360,'0'-25,"0"25,0 0,25 0,24 0,-24 0,49 0,26 0,-26 0,0 0,26 0,-1 0,0 0,-24 0,-1 0,25 0,25 0,-24 0,-1 0,-25 0,1 0,-26-25,1 25,24 0,-49-24,0 24,25 0,-50 0,24 0,1 0,-25-25,-25 25,25-25,-24 25,-1 0,25 0,-25 0,-25 0,50 0,-49 0,-1 0,25-25,0 25,1 0,-1 0,25-25,-25 25,25-24,0 24,0 0,25 0,0 0,-1 24,26 1,0 25,-26-50,1 25,0-1,0 1,0-25,-25 25,0 0,0-25,25 25,-25 0,0-1,0-24,0 50,0-25,0 0,0-1,-25 26,-25-25,25 24,-24 1,24 0,25-50,-25 24,0 1,0 0</inkml:trace>
  <inkml:trace contextRef="#ctx0" brushRef="#br0" timeOffset="191516.9541">25429 7938,'0'0,"0"0,0 25,25 0,-25 0,0 0,0-25,0 24,0 1,25-25,-25 25,25-25,-25 25,24-25,-24 25,0-25,25 0,0 0,0 0,-25 0,0-25,25 0,-25 25,24-25,-24 0,0 1,0 24,25-25,-25 0,25 25,-25 0,0-25,25 25,-25-25,0 1</inkml:trace>
  <inkml:trace contextRef="#ctx0" brushRef="#br0" timeOffset="193321.0573">27687 8211,'25'0,"-25"0,0 0,24 25,1 0,0 49,0-24,0 24,-1-24,1-50,0 50,-25-26,25-24,-25 0,0 25,0-25,0 0,0-25,0 1,0 24,0-25,0 0,25 0,-25 25,0-25,0 1,24-1,-24 25,0-50,25 25,-25 25,0-25,0 1,0 24,0-25</inkml:trace>
  <inkml:trace contextRef="#ctx0" brushRef="#br0" timeOffset="195568.1859">28084 8435,'0'0,"0"0,0 24,0 1,0-25,0 25,0 0,0 0,24-25,-24 24,0 1,25-25,-25 25,0 0,25 0,0-25,0 0,-25 0,0 0,0-25,0 0,0 25,0-25,0 0,25 25,-25-24,0-1,0 0,0 0,0 0,0 1,0 24,0-25,0 25,0 0,0 25,0-1,0 1,0-25,0 25,0 0,0 0,0 24,0 1,0-25,0-1,0 1,0 25,0-1,0-49,0 50,0 0,0-26,0 1,0 25,0-50,0 25,0 0,0-25,0 24,-25-24,25 25,0 0,-25-25,0 0,25 0,-25 0,0 0,1 0,24 0,-25 0,0-25,25 0,0 1,-25-26,25 50,-25-25,25 0,0 0,0 25,0-24,0-1,0 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10:02:18.1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10817 8658,'0'0,"0"0,25 0,-1 25,-24-25,0 49,25-24,0 0,0 0,-25-1,25 1,-25 0,24-25,-24 25,0 0,25-25,-25 0,25 0,0 0,-25-25,0 0,25 25,0-25,-1 0,1 1,0-26,25 0,24 1,-24 24,-26-25,1 26,25-1,-25-25,-1 25,-24 25,25-24,0 24,-25-25</inkml:trace>
  <inkml:trace contextRef="#ctx0" brushRef="#br0" timeOffset="10938.6256">12256 9923,'25'0,"-1"0,-24 0,25 0,0 0,0 0,24 0,1 0,0 0,24 0,-24 0,-1 0,1 0,-1 0,-24 0,25 0,0 0,-50 0,24 0,1 0,0 0,-25 0,25 0,0 0,-25 0,24 0</inkml:trace>
  <inkml:trace contextRef="#ctx0" brushRef="#br0" timeOffset="17707.0128">5408 16274,'0'0,"0"0,25 0,25 0,-25 0,49-25,1 25,-1 0,0 0,1 0,24 0,-24 0,24 0,-50 0,51 0,-26 0,0 0,-24 0,0 0,-1 0,-24 0,0 0,0 0,0 0,-25 0</inkml:trace>
  <inkml:trace contextRef="#ctx0" brushRef="#br0" timeOffset="19572.1193">5012 11610,'0'-25,"0"25,24 0,-24 0,25 0,-25 0,25 0,25 0,-1 0,1 0,24 0,1 0,-51 0,51 0,-1 0,-49 0,25 0,-1 0,-24 0,25 0,-25 0,-25 0,24 0,1 0</inkml:trace>
  <inkml:trace contextRef="#ctx0" brushRef="#br0" timeOffset="20890.1948">3002 11808,'25'0,"0"0,-1 0,-24 0,25 0,25 0,-25 0,24 0,26 0,-26 0,26 0,-1 0,1 0,-26 0,1 0,24 0,-49 0,50 0,-26 0,-24 0,0 0,24 0,-49 0,25 0,0 0</inkml:trace>
  <inkml:trace contextRef="#ctx0" brushRef="#br0" timeOffset="22210.2703">2903 16621,'25'-25,"-25"25,24 0,26 0,24-25,-24 25,49-24,1 24,-1 0,-25 0,1-25,-26 25,26 0,-1-25,-49 25,25 0,-1 0,-24 0,0 0,24 0,-49 0,25 0,0 0</inkml:trace>
  <inkml:trace contextRef="#ctx0" brushRef="#br0" timeOffset="53051.0343">26769 11908,'0'-25,"0"25,0-25,0 25,49 0,-49 0,50-25,0 25,-1-25,1 1,24 24,1-25,-50 25,49 0,0-25,-24 25,0 0,49 0,-25 0,1 0,-26 0,26 0,24 0,-25 0,1 0,-1 0,1 0,-1 25,1-25,-51 25,26-25,24 24,-49-24,25 0,-1 0,-24 0,25 0,0 0,-26 0,1 0,25 0,-50 0,25 0</inkml:trace>
  <inkml:trace contextRef="#ctx0" brushRef="#br0" timeOffset="54640.1252">20790 12825,'50'0,"-1"-24,1 24,24-25,1 25,-1-25,25 25,-24 0,24-25,-25 25,26 0,-26 0,-24 0,24 0,0 0,1 0,-50 0,24 0,1 25,-25-25,24 0,1 0,-50 0,50 0,-26 25,-24-25,25 0,0 0,0 0</inkml:trace>
  <inkml:trace contextRef="#ctx0" brushRef="#br0" timeOffset="57102.266">4044 9104,'0'0,"0"0,0 0,25 0,0 25,-25 0,24-25,-24 25,0-25,25 25,0-25,-25 0,25 0,0 0,-1 0,-24 0,25 0,0 0,0 0,-25 0,25-25,0 25,-25 0,24 0,1-25,0 25,-25-25,25 0,24 25,-24-49,0 24,25-25,-26 25,1 1,0-1,0 0,0 25,-25-25,0 25,0-25</inkml:trace>
  <inkml:trace contextRef="#ctx0" brushRef="#br0" timeOffset="73085.1802">28505 10841,'0'0,"0"0,0 0,25 0,0 0,-25 0,0-25,25 25,0 0,-1 0,-24 0,25 0,0 0,-25 0,25 0,0 0,0 0,-25 0,0-25</inkml:trace>
  <inkml:trace contextRef="#ctx0" brushRef="#br0" timeOffset="74848.2811">29845 9204,'-25'0,"25"0,-25 0,1 0,-1 0,0 0,0 0,-24 0,-1 0,-49 0,24 0,1 0,-25 0,-1 0,1 24,0-24,0 0,24 0,-24 25,0-25,24 0,1 25,-25-25,49 0,-49 0,24 25,-24-25,25 0,24 0,-24 0,24 0,25 0,-24 25,24-25,0 0,0 0,-24 24,49-24,-25 0,0 0,0 0</inkml:trace>
  <inkml:trace contextRef="#ctx0" brushRef="#br0" timeOffset="76327.3657">27712 9030,'-25'0,"25"0,0 25,-25 0,25-1,-25-24,25 25,0 0,-25-25,1 25,24 0,-25-1,25-24,0 25,-25 0,0 0,25-25,-25 25,25-1,0-24,0 0,0 25,0 0,0-25,0 0,25 0,0 0,-25 0,50 25,-1 0,-49-25,50 24,-1-24,-49 25,50 0,-25-25,-25 0,25 0,-1 0,1 0,-25 0,0 25,25-25,0 0,-25 25,25-25,-25 0,24 0,-24 24</inkml:trace>
  <inkml:trace contextRef="#ctx0" brushRef="#br0" timeOffset="100713.7604">13223 15678</inkml:trace>
  <inkml:trace contextRef="#ctx0" brushRef="#br0" timeOffset="147489.4359">27414 14413,'25'0,"-1"0,-24 0,25 0,0 0,0 0,-25 0,25-25,24 25,-49 0,50 0,24 0,-49 0,25 0,-25 0,49 0,-24 0,-26 0,26 0,0 0,-26 0,1 0,0 0,0 0,-25 0,25 0,0 0,-25 0,24 0,1 0</inkml:trace>
  <inkml:trace contextRef="#ctx0" brushRef="#br0" timeOffset="204421.6922">12107 15133,'0'0,"0"24,0 1,0-25,0 25,0 0,0 0,0-25,0 24,0 26,0-50,0 50,0-26,0-24,0 25,25 0,-25 0,24-25,-24 0,25 0,0 0,0 0,-25 0,25 0,0 0,-1 0,1 0,0 0,0 0,-25 0,0 0,25 0,-25-25,0 0,24 25,-24 0,0-25,25 1,-25-1,0 25,0-25,0 0,0 25,0-25,0 1,0-1,0 25,0-25,0 0,0 0,0 25,0-24,-25 24,25 0,0 0,0 24,-24-24,24 25,0 0,0 0,0 0,0-1,0 51,0-26,0 26,0-26,0 26,0-1,0 1,-25-26,25 1,0 24,0-49,0 25,0-1,0-24,0 25,-25-1,25-49,0 25,0 0,0 0,0-25,0 25,-25-25,25 24,0-24,-25 0,25 25,0-25,0 25,-24-25,-1 0,0 0,25 0,-50 0,25 0,25 0,-24 0,-1-25,0 25,25 0,-25 0,25-25,-25 1,25 24,0-25,0 0,-24 0,24 25,0-25,0 1,0-1,0 0,0 0,0 0,0-24,0 24,0 0,0 0,24-24,-24 49,25-25,-25 0,25 0,-25 25,25-25,-25 1,25 24,-1-25,-24 25,0 0</inkml:trace>
  <inkml:trace contextRef="#ctx0" brushRef="#br0" timeOffset="205771.7695">12777 15480,'0'0,"0"-25,0 25,0-25,24 25,-24-25,25 25,0 0,0 0,25-24,-1 24,-49 0,50 0,-1-25,-49 25,25 0,0 0,0 0,-25 0,25 0</inkml:trace>
  <inkml:trace contextRef="#ctx0" brushRef="#br0" timeOffset="206454.8084">12826 15703,'25'-25,"-25"25,50-25,-1 1,26 24,-26 0,1-25,24 25,-49-25,25 25,-25 0,-1 0,-24 0,0 0</inkml:trace>
  <inkml:trace contextRef="#ctx0" brushRef="#br0" timeOffset="208039.8991">13719 14984,'0'24,"0"1,0 0,0 0,-24 0,24 24,-25 1,0 49,25-24,-25-1,25 0,0 1,-25-26,25-49,0 50,0-25,0-25,0-25,0 25,0-25,0 0,0 1,0-1,0-25,0 1,0 24,25-50,0 1,0 24,0 26,-1-26,1 0,0 1,-25 49,0-25,25 0,0 25,-1 0,-24 0,0 25,0 0,0 0,25-1,-25 1,25 25,-25-25,25-1,-25 1,0 25,0-50,0 49,0-24,0 25,0-25,0-1,0 26,0 0,0-26,0 1,0 0,0-25,0 25,0 0,0-1</inkml:trace>
  <inkml:trace contextRef="#ctx0" brushRef="#br0" timeOffset="208934.9503">13620 15529,'0'0,"25"0,0 0,-25-24,25 24,-1 0,-24 0,50 0,-25 0,0 0,-1-25,1 25,-25 0,25 0,0 0,0 0,-25 0</inkml:trace>
  <inkml:trace contextRef="#ctx0" brushRef="#br0" timeOffset="210759.0546">14513 15058,'0'0,"0"0,-25 0,1 0,-1 0,25 0,-25 0,0 0,25 0,0 25,-25 0,1 0,-1-25,25 24,0 1,-25-25,25 25,0 0,0 0,0-25,0 0,0 0,25 0,0 0,-1 0,-24 0,25 0,0 0,-25 0,25 24,0 1,-1-25,-24 25,0-25,0 25,25 0,-25-25,0 24,0 1,0 0,0-25,0 25,0 0,0-25,-25 24,25-24,-24 0,-1 25,25-25,-25 0,0 25,25-25,-25 0,1 0,-1 0,25 0,-25 0,0 0,25 0,-25 0,25-25</inkml:trace>
  <inkml:trace contextRef="#ctx0" brushRef="#br0" timeOffset="211605.1031">14786 15108,'0'0,"0"0,0 25,0-1,0 1,0 0,0 25,0-26,0 26,0 0,0-26,-25-24,25 50,0-25,0-25,0 25,0-1,0 1,0-25</inkml:trace>
  <inkml:trace contextRef="#ctx0" brushRef="#br0" timeOffset="212374.1471">14761 15058</inkml:trace>
  <inkml:trace contextRef="#ctx0" brushRef="#br0" timeOffset="213872.2328">15009 15108,'0'25,"0"-25,0 49,0-24,0 25,0 24,0-49,0 24,0 1,0-25,0 0,0-1,0 1,0-25,0-25,0 1,0 24,0-50,0 0,0 26,0-51,25 26,0-26,0 50,-25-24,25 24,-25 25,25-25,-1 0,1 25,-25 0,25 0,-25 0,25 25,-25-25,0 25,25 0,-1 0,-24-1,25 1,-25 0,0 0,0 0,0-1,0-24,0 25,0 25,0 24,0 1,0-1,0-24,0-1,0 1,0-25,0-25,0 24</inkml:trace>
  <inkml:trace contextRef="#ctx0" brushRef="#br0" timeOffset="214887.2908">15878 14810,'-25'0,"25"0,-25 0,25 0,-25 25,25 24,-24-24,-1 25,0-1,-25 1,26-25,24 0,0 24,-25-49,25 50,0-25,0-25,0 25,0-1,0 1,0 0,0 0,0 0,0 24,0 1,0-25,25-1,-1 1,-24 0,25-25,-25 0,0 0,25 0,0 0</inkml:trace>
  <inkml:trace contextRef="#ctx0" brushRef="#br0" timeOffset="216512.3838">15977 15058,'0'0,"0"0,0 25,0-25,0 50,0 24,0-49,0 24,0 1,0-50,0 50,0-26,0-24,0 25,0 0,0 0,0-25,0 25,0-1,0-24</inkml:trace>
  <inkml:trace contextRef="#ctx0" brushRef="#br0" timeOffset="217852.4604">16300 15008,'0'25,"0"-25,0 25,-25-25,0 25,0 0,25 0,-25 24,0-49,1 50,24-25,-25-25,0 24,0 1,25 0,-25-25,25 0,0-25,0 25,0-25,25 25,0 0,0 0,0 0,-1 0,1 0,-25 0,0 0,25 0,0 25,0 0,-25-25,0 25,0 0,25-25,-25 24,24 1,-24 0,0-25,0 0,25 0</inkml:trace>
  <inkml:trace contextRef="#ctx0" brushRef="#br0" timeOffset="219616.5613">16473 15083,'25'0,"0"0,-25 0,0 0,25 0,-1 0,-24 25,25-25,-25 25,0-25,0 24,0 1,0-25,0 25,0 0,0 0,0 24,0 1,-25-1,1-24,24 0,-25 25,0-50,25 0,0 0,0 0,0 0,0 0,0-25,0 25,25 0,-25-25,25-25,-1 50,26-49,-25-1,24 1,1-1,-25 25,0-24,0 24,-25 0,24 0,-24 0,0 0,25 25,-25 0,0-24,0-1,0 0,0 25,0 0,-25 0,25 0,0 0,-24 0,24 0,-25 50,25-26,-25-24,25 50,0 0,-25-25,25 24,0-24,-25 0,25 24,0-24,0-25,0 25,0 0,0 0,0-25,0 24,0 26,25-50,0 25,-25 0,25-25,-25 0,0 0</inkml:trace>
  <inkml:trace contextRef="#ctx0" brushRef="#br0" timeOffset="220800.6291">17019 15356,'0'0,"0"-25,25 25,-25 0,25 0,24-25,1 25,24 0,-24 0,-1 0,1 0,0 0,-25 0,-1 0,1 0,0 0,-25 0,25 0</inkml:trace>
  <inkml:trace contextRef="#ctx0" brushRef="#br0" timeOffset="221803.6864">17366 15058,'0'0,"0"25,-25 25,25-26,0 1,0 25,-24-25,24-1,0 26,0-50,0 25,0 24,0-49,0 25,0 0,0-25,0 25,0 0,0-1</inkml:trace>
  <inkml:trace contextRef="#ctx0" brushRef="#br0" timeOffset="223794.8003">17788 15008,'-25'0,"25"25,-25 0,25-25,0 50,0-25,0-1,-24 26,24-25,0-25,0 49,0-24,0-25,0 25,0 0,0-25,0 25,0-1,0 1,0-25,0 0,24 0,1 0,-25 0,25 0,-25 0,25 0,-25 0,25-25,-25 1,0 24,24-50,1 0,-25 26,25-26,0 25,-25 0,0 1,0-1,0 25,0-25,0 0,0 0,0 25,0 25,0 0,0-25,0 25,25 24,-25-24,0 0,0 25,25-50,-25 24,0 1,24-25,-24 25,0-25,0 25,25-25,0 0,-25 0,25 0,0 0,-1 0,-24-25,0 25,25-25,-25 0,0 25,25 0,-25-49,0 24,25 0,-25-24,0-1,0 25,0-25,0 1,0 49,0-50,0 25,0 25,0-24</inkml:trace>
  <inkml:trace contextRef="#ctx0" brushRef="#br0" timeOffset="225588.9029">18508 14711,'0'0,"0"0,0 25,0-25,0 49,-25 26,0-51,25 51,-25-1,25 1,0-50,0 49,0-24,0-26,0 26,0 24,0-49,0 0,0 25,0-50,0 24,25-24,-25 25,0-25,25 0</inkml:trace>
  <inkml:trace contextRef="#ctx0" brushRef="#br0" timeOffset="226267.9418">18334 15058,'0'0,"25"0,-1 0,1 0,-25 0,50 0,-25 0,0 0,24-25,1 25,-50 0,49 0,-24 0,-25 0,25 0,0 0</inkml:trace>
  <inkml:trace contextRef="#ctx0" brushRef="#br0" timeOffset="227490.0117">19053 14909,'25'25,"-25"25,25-26,-25 26,25 0,-25-25,0 24,0 1,0-25,0-1,0 1,0 25,0-25,0-1,0 26,0-25,-25 0,0 24,0 1,0-1,1-49,-1 50,0-25,-25 0,50-25,-24 24,24 1,-25-25,25 0,0 25</inkml:trace>
  <inkml:trace contextRef="#ctx0" brushRef="#br0" timeOffset="231510.2416">12727 16596,'0'0,"0"0,0 25,0 0,0 0,0 49,0 0,0 1,0-26,0 26,0-26,0 1,0 0,0-25,0-1,0 1,0 0,0 0</inkml:trace>
  <inkml:trace contextRef="#ctx0" brushRef="#br0" timeOffset="232939.3233">13000 16646,'0'25,"0"-25,0 24,-25 1,0 25,1-25,-1 24,25-24,-25 0,0 0,25-1,-25 1,0-25,1 25,24-25,-25 0,0 0,0 0,25 0,0 0,0-25,0 0,0 25,0-24,25 24,0 0,-25 0,0 0,25 0,-1 0,1 0,-25 0,0 0,25 49,0-49,0 50,0-1,-1 1,1-50,0 50,-25-25,25-25,0 24,-1-24,-24 25,0-25,25 0</inkml:trace>
  <inkml:trace contextRef="#ctx0" brushRef="#br0" timeOffset="233806.3729">13298 16844,'0'0,"0"0,24 0,1 0,0 0,-25 0,50 0,-25 0,-25 0,24 0,1 0,-25 0,25 0,0 0,0 0</inkml:trace>
  <inkml:trace contextRef="#ctx0" brushRef="#br0" timeOffset="234555.4158">13322 17092,'0'0,"0"0,25 0,0 0,-25 0,50 0,-25 0,-1 0,1 0,0 0,-25 0,25 0,0 0,-1 0</inkml:trace>
  <inkml:trace contextRef="#ctx0" brushRef="#br0" timeOffset="236603.5329">14141 16373,'0'0,"0"0,-25 0,1 0,24-25,-25 25,0-25,0 25,25-25,0 1,0-1,0 25,0-25,0 0,0 25,0 0,25 0,0 0,-25 0,25 25,-25-25,24 25,-24 0,0-1,0-24,0 25,0 25,0-25,0 24,0 1,0 0,-49 24,24 0,0-24,0 0,1-26,24 1,-25 25,0-50,0 0,25 25,-25-25,0 24,1-24,24 0,-25 0,25 0,0-24,0 24,0-25,0 0,0 0,0 25,25 0,-25-25,24 1,1 24,0-25,0 25,25 0,-50 0,49 0,-24 0,-25 0,25 0,0 0,-1 0,1 25,0-1,-25-24,0 25,25-25,-25 25,0 0</inkml:trace>
  <inkml:trace contextRef="#ctx0" brushRef="#br0" timeOffset="237511.5849">14488 16298,'0'25,"0"0,0-25,0 25,0 24,-24-24,-1 25,0 0,0-1,25-24,-25 0,25 0,0-1,0 1,0 0,0 0,0-25,0 25,0-1,0-24,0 25,0 0</inkml:trace>
  <inkml:trace contextRef="#ctx0" brushRef="#br0" timeOffset="238466.6395">14488 16447,'0'0,"0"0,0 25,0 0,0 0,0-25,25 25,-25 24,25-49,0 25,-25 25,25-50,-25 24,25-24,-1 25,-24-25,0 0,25 25,0-25,0 0,-25 0,25 0</inkml:trace>
  <inkml:trace contextRef="#ctx0" brushRef="#br0" timeOffset="239550.7015">14340 16274,'24'0,"-24"0,25 0,0 0,0 0,-25 0,25 0,-1 0,-24 0,50 0,0 0,-1 0,1 0,24 0,-49 0,25 0,-25 0,-25 0,24 0,1 0,0 0</inkml:trace>
  <inkml:trace contextRef="#ctx0" brushRef="#br0" timeOffset="241394.807">13968 17092,'0'0,"24"0,-24 0,0 0,25 0,0 0,0 0,49 0,1 0,24 0,0-25,-49 25,-1 0,1 0,-25 0,0 0,-1 0,-24 0,25 0,0 0,0 0,-25 0,25 0,-1 0,-24 0,25 0,0 0,0 0,-25 0,25 0</inkml:trace>
  <inkml:trace contextRef="#ctx0" brushRef="#br0" timeOffset="242664.8796">14439 17316,'0'0,"0"0,25 24,-25 1,24 25,1 24,0 1,0-1,0-49,0 24,-25 1,0-25,0 0,24 24,-24-24,0-25,0 25,25 0,-25-25</inkml:trace>
  <inkml:trace contextRef="#ctx0" brushRef="#br0" timeOffset="243511.9281">14538 17613,'-25'0,"25"0,-25 0,1 25,-1 0,25-25,-25 49,0 1,-24 0,24-25,-25 24,50-24,-25 0,1 24,-1-24,25 0,-25-25,25 25</inkml:trace>
  <inkml:trace contextRef="#ctx0" brushRef="#br0" timeOffset="255374.6066">12504 10816,'0'-25,"-25"25,25 0,0 0,0 25,0 0,0 0,0 24,0 26,0 24,-25-49,25 49,-25 0,25-25,0 26,0-76,-24 26,24 0,0-50,0 24</inkml:trace>
  <inkml:trace contextRef="#ctx0" brushRef="#br0" timeOffset="256537.6731">12826 10791,'-25'25,"1"0,-1 24,-25 1,50-25,-49 49,-1 1,0-1,1-24,-1-1,1-49,49 25,-25 0,0-25,25 0,0-25,0 25,0-25,25 25,-25-24,0 24,25 0,-25 0,24 0,1 0,-25 0,25 0,0 0,0 0,24 0,26 24,-26 26,26 0,-26-1,-24 1,0-50,0 25,0-1,-25-24,0 0</inkml:trace>
  <inkml:trace contextRef="#ctx0" brushRef="#br0" timeOffset="257305.717">13099 11014,'0'0,"0"0,0-24,25 24,0 0,-25 0,25 0,24 0,-49 0,50 0,-25 0,-25 0,24 0,1 0,-25 0,25 0,0 0,0 0,-25 0,25 0</inkml:trace>
  <inkml:trace contextRef="#ctx0" brushRef="#br0" timeOffset="257985.7559">13174 11263,'0'0,"0"0,0-25,24 25,-24 0,25 0,0 0,0 0,-25 0,25 0,-1 0,1 0,-25 0,25 0,0 0,-25 0,25 0</inkml:trace>
  <inkml:trace contextRef="#ctx0" brushRef="#br0" timeOffset="260212.8833">13893 10717,'0'0,"0"0,0 25,0-1,-25-24,25 50,0-25,-25 24,25 1,-24 0,24-26,0 26,-25 0,0-25,25 24,-25-24,25-25,0 25,0 0,0-25,0-25,0 25,0 0,25-25,-25-25,25 26,24-26,-24 0,0 1,25 24,-25-25,-25 1,0-1,24 50,1-25,-25-24,25 49,-25-25,0 0,0 0,0 25,0-25,0 1,0 24,0 0,0 0,0 24,0-24,0 25,0 0,0 0,0-25,0 49,0 1,0-25,0 24,0-24,0 25,0-1,0-24,0 25,0-25,0 0,0-25,0 24,25-24,0 0,-1 0,-24 0</inkml:trace>
  <inkml:trace contextRef="#ctx0" brushRef="#br0" timeOffset="261178.9386">13719 10543,'25'0,"-25"-25,25 25,0 0,24 0,1-24,-25 24,49 0,-24-25,-25 25,0 0,24 0,-49 0,50 0,-25 0,-1 0,1 0,0 0,-25 0,25 0,0 0</inkml:trace>
  <inkml:trace contextRef="#ctx0" brushRef="#br0" timeOffset="262054.9887">13719 11411,'25'0,"-25"0,25-24,25 24,-26-25,26 25,25 0,-1-25,-49 25,49 0,-24 0,-25 0,24 0,-24 0,-25 0,25 0,0 0</inkml:trace>
  <inkml:trace contextRef="#ctx0" brushRef="#br0" timeOffset="263839.0907">13769 11883,'0'-25,"0"0,0 0,0 25,0-24,0-1,0 25,0-25,25 25,-25 0,0 0,25-25,-1 25,1-25,0 25,0 0,0 0,-25 0,25 0,-1 0,1 0,-25 0,25 0,-25 25,0-25,0 25,0 0,0 0,-25-1,25 1,-49 25,-1-25,25 24,0 1,-24 24,-1-24,25-50,0 49,1 1,24-25,-25-25,25 25,0-1,0-24,0 25,0 0,0 0,0-25,0 0,25 0,-1 0,1 0,-25 0,25 0,0 0,-25 0,25 0,-25-25,0 0,24 25,-24 0,0-25,0 1,0 24,0-25,0 0,0 0,0 25,0-25,0 1,0-1,0 0,0 0,0 0,-24 25,24-24,0-1,0 0,0 25,0 0,0-25,0 0,0 25,0-24</inkml:trace>
  <inkml:trace contextRef="#ctx0" brushRef="#br0" timeOffset="265218.1696">14786 10890,'0'0,"25"-24,25 24,-50 0,49 0,1-25,-25 25,-1-25,26 25,-50 0,25-25,0 25,-25 0,25 0,-1 0</inkml:trace>
  <inkml:trace contextRef="#ctx0" brushRef="#br0" timeOffset="265820.204">14861 11163,'24'0,"1"-24,0 24,-25 0,25-25,24 25,-49 0,75-25,-50 25,24 0,1 0,-50-25,25 25,0 0,-1 0</inkml:trace>
  <inkml:trace contextRef="#ctx0" brushRef="#br0" timeOffset="267376.293">15853 10469,'-50'0,"50"25,-49-25,24 0,0 0,0 0,1 0,24 0,-25-25,0 25,25 0,0-25,0 0,0 0,0 25,0 0,0 0,25 0,-25 0,25 0,-1 0,1 0,-25 25,25 25,-25-25,25 24,0 26,-25-26,0 1,0-1,0 1,0-25,0 24,-25 1,25-25,-25 24,0-24,0 25,25-50,-24 25,24-25,-25 25,0-25,25 0,-25 0,25 0,-25 0,25 0,-25-25,25 25,0-25,0 0,0 0,0 25,0-25,25 1,-25 24,25-25,0 25,0 0,0 0,49-25,-24 25,-1 0,26 0,-1 0,-24 0,-50 0,24 0,1 0,-25 0,25 0</inkml:trace>
  <inkml:trace contextRef="#ctx0" brushRef="#br0" timeOffset="268610.3636">16374 10419,'0'0,"0"25,0 0,0-25,-25 25,25 24,0-24,-25 49,1 1,-1 24,0-25,0 26,0-76,0 51,1-25,24-26,-25 1,25 0,0 0,0-25,0-25</inkml:trace>
  <inkml:trace contextRef="#ctx0" brushRef="#br0" timeOffset="269368.407">16498 10369,'0'25,"0"-25,-25 0,25 25,0 0,0 0,-25-25,25 25,0 24,0-24,0 25,0-1,0-24,0 25,0-26,0 26,0 0,0-1,25-49,-25 25,25 0,-25-25,25 0,0 0</inkml:trace>
  <inkml:trace contextRef="#ctx0" brushRef="#br0" timeOffset="270155.452">16175 10419,'25'0,"0"-25,25 0,-1 1,-24-1,50 25,-26-25,1 25,-25-25,24 25,1 0,-25-25,-1 25,1 0,0 0,-25 0,25 0</inkml:trace>
  <inkml:trace contextRef="#ctx0" brushRef="#br0" timeOffset="271437.5253">15605 11387,'25'0,"-25"-25,0 25,25 0,-1 0,26 0,0 0,49 0,0 0,25 0,0 0,25 0,-75 0,26 0,-26 0,0 0,-49 0,25 0,-25 0,0 0,-25 25,24-25</inkml:trace>
  <inkml:trace contextRef="#ctx0" brushRef="#br0" timeOffset="272559.5895">16275 11511,'0'0,"0"0,25 0,-25 24,0-24,24 50,-24 24,25 1,0-50,0 49,-25-24,25-1,-25-24,24 25,-24-1,0-49,0 25,25 25,-25-50,0 25,0-1</inkml:trace>
  <inkml:trace contextRef="#ctx0" brushRef="#br0" timeOffset="273357.6351">16349 11833,'0'0,"-25"0,1 25,24-25,0 25,-25 0,0-25,25 0,0 24,-25 1,0 25,0-50,25 25,-24 24,-1-24,0 25,0-1,0 1,25-50,-24 0,24 25,0-1,0 1</inkml:trace>
  <inkml:trace contextRef="#ctx0" brushRef="#br0" timeOffset="283870.2364">21236 16323,'0'0,"25"0,0 0,-25 0,25 0,0 0,0 0,-1 0,26 0,0 0,-1 0,1 0,24 0,-49 0,49 0,1 0,-26 0,26 0,-25 0,24 25,-49-25,24 0,1 0,-50 0,25 0,0 0,-25 0,24 0,1 0</inkml:trace>
  <inkml:trace contextRef="#ctx0" brushRef="#br0" timeOffset="288570.5053">17738 15505,'0'0,"0"0,25 0,0 0,0 0,-25 0,25 0,24 0,-49 0,25-25,0 25,0 0,-25 0,25 0,-1 0,-24 0,25 0,0 0,0 0,-25 0,25 0</inkml:trace>
  <inkml:trace contextRef="#ctx0" brushRef="#br0" timeOffset="292807.7476">21038 3374,'0'0,"0"25,0-25,0 24,0 1,0-25,0 25,0 0,0 0,0-25,0 49,0 1,0-25,0-1,0 1,0 0,0 0,0 0,25-25,-25 25,25-25,-1 0,-24 0,25 0,0 0,0 0,-25 0,25 0,-1 0,1-25,-25 0,0 0,25 25,0 0,-25-50,0 26,25-1,-25-25,25 1,-1 24,-24-25,25 1,-25 24,0-50,0 26,0 49,0-25,0 0,0 0,0 25,0 0,0 25,0 0,0 0,-25 0,25-1,0 1,0 0,0 0,0 0,0 24,0-24,0 25,0 24,0 0,25-49,0 25,0 0,0-50,-25 24,49 1,-24 0,-25-25,25 0,0 0,-1 0,-24 0,0-25,25 25,-25-25,25 1,0-1,-25 0,0-25,25 1,-1 24,1-25,0 1,-25-1,0 25,25 0,-25 1,0-1,0-25,0 50,0-25,-25 1,0-26,25 50,0-50,-25 26,25 24,0-25</inkml:trace>
  <inkml:trace contextRef="#ctx0" brushRef="#br0" timeOffset="293516.7882">22030 3423,'0'0,"25"0,0-24,0-1,24 25,1-25,24 0,-49 25,25 0,-1 0,-49 0,25 0,0 0,-25 0</inkml:trace>
  <inkml:trace contextRef="#ctx0" brushRef="#br0" timeOffset="294136.8236">22080 3671,'25'0,"24"0,-24-24,25 24,24 0,-49 0,25-25,-1 25,-24 0,0 0,25-25,-50 25,24 0,1 0</inkml:trace>
  <inkml:trace contextRef="#ctx0" brushRef="#br0" timeOffset="296806.9764">22899 3076,'0'25,"0"0,0-25,0 25,0-25,0 24,0 1,0 0,24-25,-24 25,25 0,-25-25,25 24,-25 1,0 0,25-25,-25 0,25 0,-25 0,25 0,-1 0,1 0,-25 0,0 0,25 0,-25 0,25 0,-25-25,0 0,25 25,-25 0,0-24,0-1,24 0,-24 0,25 0,-25 1,0-1,0 0,0 0,0 25,0-25,0 25,0 0,0 25,-25 25,25-25,-24 49,24 0,-25 1,25-1,-25-24,25-1,0 26,0-75,0 49,0-24,0 0,0-25,0 25</inkml:trace>
  <inkml:trace contextRef="#ctx0" brushRef="#br0" timeOffset="297675.026">23668 3076,'0'25,"-25"-25,0 25,25 0,0-25,0 49,-25 1,0-25,1 49,-1-24,0 24,0-24,25-26,-25 26,25 0,0-50,0 49,0-24,0-25,0 25</inkml:trace>
  <inkml:trace contextRef="#ctx0" brushRef="#br0" timeOffset="298424.0688">23668 3200,'0'0,"0"0,0 25,0 0,0 0,25 49,-25-49,24 24,-24 1,0-25,0 24,25 1,-25-25,0-25,0 25,0-1,0 1,25-25</inkml:trace>
  <inkml:trace contextRef="#ctx0" brushRef="#br0" timeOffset="299301.119">23420 3076,'0'0,"24"0,1 0,-25 0,25 0,0 0,-25 0,49 0,-24 0,-25 0,50 0,-25 0,-25 0,25 0,-1 0,1 0,-25 0,25 0,0 0,0 0</inkml:trace>
  <inkml:trace contextRef="#ctx0" brushRef="#br0" timeOffset="300268.1743">24313 3275,'0'0,"25"0,-25 0,24 0,1 0,0 0,0 0,0 0,-1 0,-24 0,25 0,0 0,0 0,-25 0,25 0</inkml:trace>
  <inkml:trace contextRef="#ctx0" brushRef="#br0" timeOffset="300919.2116">24338 3622,'0'0,"0"0,24 0,1 0,0 0,-25 0,25 0,0 0,-1 0,-24-25,25 25,0 0,-25 0</inkml:trace>
  <inkml:trace contextRef="#ctx0" brushRef="#br0" timeOffset="303537.3613">25156 3002,'0'-25,"25"25,-25 0,-25 0,0 0,25 0,-24 0,-1 0,0 0,25 0,0 0,0-25,0 25,0-25,0 25,0-25,25 25,0 0,-25 0,24 0,1 25,0-25,-25 50,0 0,25-26,-25 26,25 0,-25-26,0 26,0 0,0-1,0 1,-25-1,0 26,25-50,-25-1,0 26,-24-25,49-25,-25 0,0 0,0 25,25-25,-24 0,-1 0,0 0,25 0,-25-25,25 0,-25 25,25-25,0 0,0 1,0 24,0-25,0 0,0 0,25 25,0-25,25 1,-1 24,26-25,-26 25,26 0,-1 0,-49 0,25 0,-1 25,-24-25,-25 24,25-24,-25 0,0 25</inkml:trace>
  <inkml:trace contextRef="#ctx0" brushRef="#br0" timeOffset="304424.4121">25677 3051,'0'0,"0"0,0 25,0-25,0 25,0 0,-25 0,25-1,0 26,-24-25,24 0,-25 24,25-49,0 25,0 0,-25 0,25-25,0 24,0 1,0 0,0-25</inkml:trace>
  <inkml:trace contextRef="#ctx0" brushRef="#br0" timeOffset="305173.4549">25727 3027,'0'0,"0"0,0 24,0 1,0-25,0 0,0 25,0 0,25 0,-1-1,-24 1,25 0,-25 0,25 0,0-1,-25-24,25 0,-25 25,25-25,-1 0,-24 0,25 0</inkml:trace>
  <inkml:trace contextRef="#ctx0" brushRef="#br0" timeOffset="305862.4943">25553 2902,'0'0,"0"0,25 0,0 0,0 0,49-24,-24-1,-1 25,-24-25,0 25,25 0,-50 0,24-25,1 25,0 0,-25 0</inkml:trace>
  <inkml:trace contextRef="#ctx0" brushRef="#br0" timeOffset="306868.5518">24933 3771,'25'0,"-25"0,25 0,24 0,-24 0,25 0,24 0,-24 0,24 0,25-25,-24 25,24-25,-49 25,24 0,25 0,-24-25,-50 25,49 0,-24 0,-26 0,-24 0,25 0,0 0,-25 0</inkml:trace>
  <inkml:trace contextRef="#ctx0" brushRef="#br0" timeOffset="307616.5946">25528 4143,'0'0,"0"25,0-25,0 74,0 0,0-24,0 25,0-26,0 1,0-1,0-24,0 0,0 0,0 0,0-1,0-24,0 25</inkml:trace>
  <inkml:trace contextRef="#ctx0" brushRef="#br0" timeOffset="308454.6425">25107 4044,'0'0,"0"0,24 0,-24 0,25 0,25 0,-50 0,49 0,1 0,-25 0,25 0,24 0,-49 0,49 0,-24 0,-25 0,24 0,1 0,-50 0,49 0,-24 0,-25 0</inkml:trace>
  <inkml:trace contextRef="#ctx0" brushRef="#br0" timeOffset="318850.2372">5136 17316,'0'0,"0"0,0 0,0 24,49 1,-49 25,50 24,-1-24,1 24,0 1,-26-26,1 1,0-25,-25 0,25-1,-25 1,25-25,-25 25,25-25,-25 0,0 0,0 0,24-25,-24 0,0 1,0 24,25-25,-25-25,0 25,25-49,0-1,0-24,-25 74,24-49,1 24,-25 1,0 49,0-25,0 0,0 0</inkml:trace>
  <inkml:trace contextRef="#ctx0" brushRef="#br0" timeOffset="319678.2845">5954 17440,'0'0,"25"0,-25 0,25-25,0 25,-25 0,49-25,-24 25,0 0,0 0,24-25,-49 25,50 0,-25 0,-25 0,25 0,-1 0</inkml:trace>
  <inkml:trace contextRef="#ctx0" brushRef="#br0" timeOffset="320408.3263">5929 17737,'0'0,"25"0,0 0,0 0,0-25,0 25,-1-24,26 24,0 0,-50 0,49 0,-24 0,-25 0,25 0,0 0,-1 0,-24 0</inkml:trace>
  <inkml:trace contextRef="#ctx0" brushRef="#br0" timeOffset="322771.4615">6897 16993,'0'0,"-25"25,25-25,0 25,-25 24,25-49,0 50,0 0,-24-26,24 26,0-25,0 0,0-1,0 1,0 0,0 0,0 0,0-1,0-24,0 25,0 0,0-25,0 0,24 0,1 0,-25 0,25 0,0-25,-25 25,25 0,-1-25,-24 1,25 24,-25-25,0 25,0-25,0 25,0-25,0 0,0 25,25-24,-25-1,0 25,0-25,25 25,-25-25,0 0,0 25,0-24,0-1,0 0,25 25,-25 0,0 25,0 0,0-25,0 0,0 24,24 26,1-50,0 50,-25-26,25-24,0 25,0 0,-25-25,24 25,1-25,-25 0,25 0,0 0,-25 0,25 0,-25-25,0 0,0 25,0-25,24-24,-24 49,25-50,-25 1,25 24,-25-25,25 25,-25 0,0-24,0 24,0 25,0-25,0 0,0 25</inkml:trace>
  <inkml:trace contextRef="#ctx0" brushRef="#br0" timeOffset="323795.52">6847 17762,'0'0,"25"0,-25 0,0 0,25 0,0 0,0 0,24 0,1 0,-25 0,24 0,26 0,-50 0,49 0,-24 0,-26 0,26 0,0 0,-26 0,26 0,-25 0,-25 0,25 0,-1 0</inkml:trace>
  <inkml:trace contextRef="#ctx0" brushRef="#br0" timeOffset="324584.5652">6922 18085,'0'0,"0"24,0 1,0 25,0-25,0 49,0 0,0-49,0 50,0-1,0-49,0 25,-25-1,25-24,0-25,0 25,0 0</inkml:trace>
  <inkml:trace contextRef="#ctx0" brushRef="#br0" timeOffset="325905.6406">7195 18010,'0'0,"-25"25,25 0,0-25,0 0,0 25,-25-1,25-24,-25 25,25 0,0 0,-25 0,1 24,-1-24,0 0,25 0,0-1,-25-24,0 0,25 25,-24-25,24 25,0-25,0 0,0-25,0 25,0 0,24 0,1 0,-25 0,50 0,-25 0,-1 0,26 0,-25 0,0 0,0 25,-1 0,1 0,0-25,0 24,-25 1,0 0,25-25,-25 0,24 0,1 0,-25 0,25 0</inkml:trace>
  <inkml:trace contextRef="#ctx0" brushRef="#br0" timeOffset="326790.6913">7840 17291,'0'0,"0"0,0-25,25 25,-1 0,-24-25,50 25,-25-25,0 25,-1 0,1 0,-25 0,25 0,0 0,-25 0,25 0</inkml:trace>
  <inkml:trace contextRef="#ctx0" brushRef="#br0" timeOffset="327471.7303">7741 17588,'0'0,"24"0,-24 0,25 0,0 0,0 0,-25 0,49 0,-24 0,-25 0,25 0,0 0,0 0,-25 0</inkml:trace>
  <inkml:trace contextRef="#ctx0" brushRef="#br0" timeOffset="331817.9789">9155 16745,'0'25,"0"-25,0 25,-25-1,25 1,0 0,-25 25,0 24,0 25,1-49,-1 24,0 1,0-26,25-24,0-25,0 25,0 0,0-25,0-25,0 25,0-25,0 0,25 1,-25 24,25-50,-25 25</inkml:trace>
  <inkml:trace contextRef="#ctx0" brushRef="#br0" timeOffset="332979.0453">9179 16795,'0'0,"0"0,0 24,0 1,0 0,0-25,25 25,-25 24,25-49,0 25,-25 25,25-50,-1 49,1-24,-25-25,0 25,25-25,-25 25,25-25</inkml:trace>
  <inkml:trace contextRef="#ctx0" brushRef="#br0" timeOffset="336871.2679">9229 16795,'0'0,"0"0,0 24,0 1,0-25,0 25,25 25,-25-26,25 26,-1 0,1-26,-25 1,0 0,25 0,-25-25,25 25,-25 0,0-25,25 24,-25 1,0 0,0-25</inkml:trace>
  <inkml:trace contextRef="#ctx0" brushRef="#br0" timeOffset="337867.3249">9130 16720,'0'0,"25"-25,-1 25,1 0,25-24,24-1,1 0,-1 0,-24 25,-1-25,1 1,-25 24,0 0,-1 0,1 0</inkml:trace>
  <inkml:trace contextRef="#ctx0" brushRef="#br0" timeOffset="347463.8738">9130 16745,'-25'0,"0"0,0 0,25 0,-24 0,-1 0,0 0,25 0</inkml:trace>
  <inkml:trace contextRef="#ctx0" brushRef="#br0" timeOffset="349443.987">8435 16770,'0'0,"0"49,0-24,0 0,0 25,0-50,0 49,0-24,0-25,0 25,0 0,0-1,0-24,0 0,0 25,0-25,25 0,0 0,0 0,-25-25,0 1,24-1,1 25,-25-25,0 0,25 25,-25-25,25 25,-25-24,25-1,-25 25,0 0,0-25,0 0,24 0,-24 25,25-24,-25-1,0 25,25-25,-25 0,0 0,0 25,0 0,0 0,0 25,0 0,0-25,0 50,0-26,0 1,-25 25,25-25,0 24,0 1,-25 24,25-49,0 25,0-25,0-1,0 1,-24 0,24 0,0 0,0-1,0-24</inkml:trace>
  <inkml:trace contextRef="#ctx0" brushRef="#br0" timeOffset="350656.0564">8559 17688,'25'-25,"0"25,-25 0,25 0,-1 0,1 0,50 0,-1-25,1 25,-26 0,26-25,-1 25,0 0,-24 0,24 0,-24 0,-25 0,49 0,-24 0,-25 0,24 0,1 0,-25 0,0 0,-1 0,-24 0,25 0</inkml:trace>
  <inkml:trace contextRef="#ctx0" brushRef="#br0" timeOffset="355671.3432">8758 17936,'0'25,"0"-1,0-24,0 25,0 25,-25-25,0 24,0 26,-24-1,24 0,0-49,0 25,25-25,0-1,0-24,-25 0,25 25,0-25,0 0,0 0,0-25,25 25,-25-24,25-1,0 25,-25-50,25 25,-1 25,1-24,-25-26,25 25,0 25,0-49,-1-1,1 50,0-25,0-24,-25 49,0-25,25 0,-25 0,0 25,0-25,0 1,0-1,0 25,0 25,0-1,0-24,0 25,0 25,0-50,0 49,0 1,0-25,0 0,0-1,0 26,0 0,0-26,0 1,0 25,0-50,0 25,0-1,0 1,0-25,0 0,0 25,25-25,-1 0</inkml:trace>
  <inkml:trace contextRef="#ctx0" brushRef="#br0" timeOffset="356735.4041">8510 17985,'0'-24,"0"24,24 0,-24 0,25 0,0 0,-25 0,25-25,0 25,-1 0,1 0,25 0,-25 0,-1 0,26-25,-50 25,25 0,0 0,0 0,-25 0,24 0,1 0,-25 0,25 0</inkml:trace>
  <inkml:trace contextRef="#ctx0" brushRef="#br0" timeOffset="358075.4807">10147 17241,'0'25,"-25"-25,25 25,0-25,0 0,0 25,0-1,-25 1,25-25,-24 25,24 25,0-50,-25 24,0 26,0-25,0 24,0 1,25 0,-49-26,24 1,0 0,25 0,0-25</inkml:trace>
  <inkml:trace contextRef="#ctx0" brushRef="#br0" timeOffset="359238.5471">9874 17489,'0'0,"25"0,-25 25,25-25,-25 0,24 0,-24 25,0 0,25-1,0-24,0 25,0 0,0 0,-1-25,-24 25,25-1,-25 1,25-25,-25 0</inkml:trace>
  <inkml:trace contextRef="#ctx0" brushRef="#br0" timeOffset="361632.6842">10643 16819,'0'0,"0"-24,0-1,0 0,0 25,0 0,0-25,25 25,-25 0,25 0,0 0,-25 0,24 0,1 0,0 0,-25 0,25 0,0 0,-1 25,-24 0,0 0,0-25,0 0,0 24,0 1,0 0,0-25,0 25,0 0,-24-1,-1 26,-25 0,1 24,24 1,-25-1,1-49,-1 49,25-24,-25-1,26 1,24-50,-25 50,25-26,-25-24,25 25,0 0,0 0,0-25,0 25,0-1,0-24,0 0,25 25,-25 0,25-25,-1 25,-24-25,25 0,0 0,0 0,-25 0,25 0,0 0,-25 0,24-25,-24 0,0 25,0-25,25 1,-25-1,0-25,25 1,-25 24,0 0,0-25,0 50,0-49,0 24,0 25,0-25,0-24,0 49,0-25,0 0,-25 0,25 0,0 1,0-1,-25 25,25-50,0 25,-24 25,24-25,0 1,-25 24,25-25,0 0,0 0,0 25,0-25,0-24,-25 49,25-25,0 0,0 0,0 25,0-24</inkml:trace>
  <inkml:trace contextRef="#ctx0" brushRef="#br0" timeOffset="363110.7686">9155 18209,'0'0,"-25"0,0 0,0 0,-24 0,-1 24,0 26,-24-25,-25 24,24-24,-24 25,25-25,-1-1,50 1,-24-25,24 25,25-25</inkml:trace>
  <inkml:trace contextRef="#ctx0" brushRef="#br0" timeOffset="363948.8166">9775 16770,'0'0,"-50"49,25-24,1 0,-26-25,-24 50,24-26,0 1,1 25,-26-25,26-1,-1 1,25-25,0 0,1 25,24-25,-25 25,0-25,0 25,25-25,0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10:08:47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24065 1612,'0'0,"24"25,1 0,0 25,0 24,25 25,-1 1,26 24,-26 24,26-23,-26-1,1-25,-1-25,-24-49,0 25,-25-26,25-24,0 0,-25-24,0 24,0-25,0 0,0 0,0 0,0 1,0-1,0-50,24 1,-24-25,25-25,0 24,0 1,-25 0,25 25,-25 24,0 0,0 26,0 24,0 0</inkml:trace>
  <inkml:trace contextRef="#ctx0" brushRef="#br0" timeOffset="946.0542">25082 1910,'0'0,"25"0,-25 0,24 0,1 0,0 0,25 0,-1 0,-24 0,25-25,-25 25,-1 0,1 0,0 0,-25 0</inkml:trace>
  <inkml:trace contextRef="#ctx0" brushRef="#br0" timeOffset="1578.0902">25057 2332,'25'0,"-25"0,0 0,25 0,-1 0,-24-25,50 25,-25-25,0 25,24-25,-24 25,0 0,0 0,24 0,-49 0,25 0,0 0</inkml:trace>
  <inkml:trace contextRef="#ctx0" brushRef="#br0" timeOffset="2858.1635">26198 1662,'0'0,"0"-50,0 26,0-1,0-50,0 26,0 24,0-49,-25 24,25 25,-24 0,24 1,-25-1,25 25,-25 0,0 0,0 0,25 0,-24 0,24 0,-25 0,25 25,0-1,0-24,-25 25,25 25,-25-25,25 24,0 26,-25-1,25 0,0 1,0-1,-24 1,24-26,0 26,0-26,0-24,0 50,0-1,0 0,0-24,0 25,0-1,0-49,24 24,-24-24,0 0,0-25,0 25,0 0</inkml:trace>
  <inkml:trace contextRef="#ctx0" brushRef="#br0" timeOffset="3715.2125">25727 1935,'0'0,"25"0,-25-25,0 25,24 0,1 0,0-25,-25 25,25 0,25 0,-26 0,1 0,25 0,-25 0,24 0,-24 0,0 0,24 0,-49 0,25 0,0 0,0 0,-25 25,0-25</inkml:trace>
  <inkml:trace contextRef="#ctx0" brushRef="#br0" timeOffset="5725.3275">26620 1290,'0'-25,"0"25,25 0,-25 25,0 49,25-49,-1 50,-24 24,25-25,0 26,-25-1,25 0,0 0,-25-49,24 24,1 1,-25-26,25-24,0 25,-25-1,25-24,-25 0,0 0,0 0,0-25,0 24,0 1,0-25,0-25,0 25,0-24,0-1,0 0,0 25,0-50,0 26,0-51,0 25,0-24,-25 24,25-24,0 24,0 1,-25 24,25-25,-25 1,25 49,-25-25,25 0,-24 0,24 25,-25 0,0 0,0 0,25 0,0 0,0 25,-25-25,25 25,-24-25,24 50,-25-1,0 1,25-1,-25 26,25-26,-25-24,1 25,-1-1,25-24,-25 0,25 25,-25-25,25-25,0 49,0-24,0-25,0 0,0 25,0 0,0-25</inkml:trace>
  <inkml:trace contextRef="#ctx0" brushRef="#br0" timeOffset="7125.4076">25752 2828,'0'0,"0"0,0 0,24 0,-24-25,0 25,25 0,0-25,0 25,-25 0,25 0,0 0,-25-24,24 24,-24 0,25 0,0 0,-25 0,25 0,0 0,-1 0</inkml:trace>
  <inkml:trace contextRef="#ctx0" brushRef="#br0" timeOffset="13449.7693">25231 3721,'0'0,"0"0,0 25,0 0,0-25,0 25,0 49,0-24,0 24,0 25,0 0,0 1,0-51,0 51,0-26,24 0,-24 1,0-26,25 26,-25-1,0-49,0 25,25-1,-25 1,0-50,0 25,0 0,0-25,0 24,0 1,0 0</inkml:trace>
  <inkml:trace contextRef="#ctx0" brushRef="#br0" timeOffset="42280.4184">6798 10072,'0'0,"0"0,25 0,-1 0,-24-25,25 25,0 0,25 0,-1 0,1 0,-1 0,1 0,0 0,-1 0,-24 0,25 0,-25 0,24 0,-24 0,0 0,0 0,-1 0,1 0,-25 0,0-25,0 25,0-25,-25 25,1 0</inkml:trace>
  <inkml:trace contextRef="#ctx0" brushRef="#br0" timeOffset="43256.4742">7294 9898,'0'0,"25"0,-25 0,25 0,-1 0,-24 0,50 0,0 0,-26 25,26 0,24 0,-24-1,-25 1,0-25,0 0,-1 25,-24 0,0-25,0 25,0-25,0 24,0 1,0 0,0-25,-24 0,-1 25,25 0,-25-25,0 0,0 0,25 24,-25 1,1-25,24 25,-25-25,0 0,25 0,-25 0</inkml:trace>
  <inkml:trace contextRef="#ctx0" brushRef="#br0" timeOffset="45650.611">19748 10097,'0'0,"0"24,0-24,0 50,0-25,0 49,0 1,0-1,0-24,25 24,-25-24,25-1,-25-24,0 0,0 0,24-25,1 0,-25 0,0-25,25 25,0-25,24-24,-24-1,50-24,-1-1,0 50,26-74,-26 74,25-74,-24 74,-26 0,26 1,-26-1,-49 0,25 25,0-25,-25 25,0 0</inkml:trace>
  <inkml:trace contextRef="#ctx0" brushRef="#br0" timeOffset="47157.6972">19946 11808,'0'25,"0"0,0-25,0 25,0 24,0-24,0 25,0-1,0-24,0 0,0 25,0-50,0 24,0 1,0-25,25 0,0 0,-25 0,25 0,24-25,-49 1,50 24,0-50,-1 0,1 1,24-1,1 1,24-1,-25 25,-24 0,0-24,-1 24,-24 0,0 0,0 25,-25-25</inkml:trace>
  <inkml:trace contextRef="#ctx0" brushRef="#br0" timeOffset="50271.8754">23370 8906,'0'0,"0"49,0-24,0 75,0-1,-25 50,-24-25,24 24,0-48,25-51,-25 26,25-50,0-1,0 1,0-25,0 0,0-25,0 25,0-24,0 24,25-50,-25 25,25 0,-25-24,25-26,-1 1,1-1,0 26,0-26,0 1,-1 24,1 26,0-26,-25 25,0 0,25 25,-25-24,0-1,0 0,0 25,0-25,0 0,0 0,0 25,0 0,-25 0,25 25,0 0,-25-25,25 25,0 0,0 0,-25-25,25 24,0 1,-24 0,24 25,-25-1,25-24,-25 49,25-24,0 0,0-26,0 26,0-25,0-25,0 25,0-1,0-24,0 25,25 0,0-25,-25 0,24 0,1 0,-25 0,50 0,-1-50,1 26,-25 24,25-50,-1 0,26 1,-51-1,26 1,-50 24,25-25,0 1,-25 24,24 0,-24 0,0 0,0 1,0-26,0 25,0 0,0-24,0 49,0-25,0 0,0 25,0 25,0-25,0 49,0-24,-24 0,24 25,-25-1,25-24,0 50,-25-26,25 26,0-51,0 51,0-26,0-24,0 25,0-25,0-25,0 24,0 1,0-25,0 25,0-25,25 0</inkml:trace>
  <inkml:trace contextRef="#ctx0" brushRef="#br0" timeOffset="50990.9166">24238 9228,'0'-24,"0"24,0 0,25 0,0 0,49-25,-24 25,0-25,-1 25,1-25,-25 25,-1 0,26-25,-50 25,25-24,0 24,-1 0</inkml:trace>
  <inkml:trace contextRef="#ctx0" brushRef="#br0" timeOffset="51640.9537">24263 9600,'0'0,"0"0,25-24,0-1,-25 25,25-25,24 25,-24-25,49 0,1 1,-26-1,-24 0,25 0,-1 25,-24-25,-25 25,25 0,0 0</inkml:trace>
  <inkml:trace contextRef="#ctx0" brushRef="#br0" timeOffset="53474.0586">25057 8881,'0'0,"25"25,-25 24,25 1,-25-50,24 50,-24-25,0-25,0 49,0-24,0-25,0 25,0 0,0-1,25-24,-25 0,25-24,-25-1,0 25,25-50,-25 1,25-1,-1-25,26 1,-25 0,0 24,0 50,-25-25,0 25,0 0,0 25,24 25,-24-26,25 1,-25 25,0-25,0 24,0 1,0-50,0 25,0 0,0-1,0-24,0 25,0-25,0 0,25-25,-25-24,0 24,25-25,0-24,-1-1,1 26,0-26,0 1,0 24,-1 1,1 24,0 25,-25-25,25 25,-25 0,0 0,0 0,25 25,-25 25,24-26,1 26,-25 0,25-1,-25-24,0 25,0 24,0-49,0 24,0 1,0-50,0 50,0-25,0-1,0 1,0 0,0-25,0 25</inkml:trace>
  <inkml:trace contextRef="#ctx0" brushRef="#br0" timeOffset="54774.133">25181 9377,'0'0,"25"0,-25 0,49 0,1 0,-25 0,49 0,1 0,24 0,-49 0,24-25,0 25,1-24,-25 24,24 0,-24-25,-26 25,1 0,25 0,-50 0,25 0,-1 0</inkml:trace>
  <inkml:trace contextRef="#ctx0" brushRef="#br0" timeOffset="56153.2118">25578 10221,'0'0,"25"-25,-25 0,0 25,0 0,25-50,-25 1,24 24,1-25,-25 1,0 24,25-25,-25 26,0-1,0-25,0 25,0 0,0 1,0-1,0 0,0 0,0 0,0 25,0-24,0 24,0-25,0 0,-25 25,25 0,-25 0,1 0,-1 0,25 0,-25 0,0 0,0 0,25 0,0 25,0 0,0 24,0 1,0-1,0 1,0 25,0-51,0 26,0 0,0-50,0 49,0-24,0-25,0 25,0 0,25-1,0-24,-25 25,25 0,0-25,-25 25,24 0,-24-25,25 24,0-24,-25 25,25 0</inkml:trace>
  <inkml:trace contextRef="#ctx0" brushRef="#br0" timeOffset="61327.5078">26620 8955,'0'-24,"0"24,0-25,25 25,0 0,-25 0,24-25,1 25,-25-25,25 25,0 0,0 0,-25 0,24 0,1 0,0 0,-25 0</inkml:trace>
  <inkml:trace contextRef="#ctx0" brushRef="#br0" timeOffset="64755.7038">23345 11436,'0'-25,"0"25,0 0,25-24,0-1,0 25,-1-50,51-24,-26 24,1 1,0-26,-25 50,-25-24,24-1,-24 25,25 0,-25-24,0 49,0-25,0 0,0 0,0 25,0-24,0 24,0-25,0 25,-25 0,25-25,-24 25,-1 0,25 0,-25 0,0 0,0 0,25 0,0 0,-25 0,1 25,24 0,-25-25,25 24,-25 1,25 0,-25 0,25 24,0 26,-25-50,25 49,0 1,0-26,0 1,0 24,25-24,0 24,0-49,0 49,-1-24,1-25,-25 0,0 24,0-24,0-25,25 50,-25-25,0-25,0 24,0 1,0 0,0-25,0 0,-25 25,0-25,1 25,-1-25,0 0,25 0,-25 24,0-24,1 0</inkml:trace>
  <inkml:trace contextRef="#ctx0" brushRef="#br0" timeOffset="65704.7581">24040 11163,'0'0,"0"-24,25 24,-1 0,-24 0,25 0,0 0,-25-25,25 25,0 0,0 0,-25 0,24 0,1 0,0 0,-25 0,25 0,0 0</inkml:trace>
  <inkml:trace contextRef="#ctx0" brushRef="#br0" timeOffset="66333.7941">24040 11461,'0'0,"0"0,25 0,-25 0,49 0,-24 0,0 0,25 0,-26 0,-24 0,50 0,-25 0,-25 0,25 0</inkml:trace>
  <inkml:trace contextRef="#ctx0" brushRef="#br0" timeOffset="68717.9304">24908 10841,'-25'0,"25"25,0-1,0-24,0 25,0 25,25-50,0 49,25 1,-26 0,-24-50,0 49,25-24,-25-25,0 25,0 0,0-25,0-25,0 25,25-25,-25 0,0 1,25-1,-25-25,0 25,25-24,-1-1,-24 25,25 0,-25 1,25-1,-25 25,0 0,25 0,0 0,-25 0,0 0,24 0,-24 25,25-1,-25-24,25 50,-25-25,25 0,-25-1,0 1,0 0,0 0,0 0,0-25,0 25,0-1,0 1,0-25,0 0,0 0,0-25,0 1,0-1,0-25,25 25,-25-24,25-26,-25 26,24 24,-24-25,0 1,25 24,-25 0,25 0,-25 25,25 0,0 0,-25 25,24-25,-24 0,25 25,0 0,-25-1,0-24,0 25,25 0,-25 0,25-25,-25 25,0-1,0-24,0 25,0 0,0 0,0 0,24-1,-24 1,0 0,0 0,0 0,0 0,0-1,0 1,0-25,0 25,0 0</inkml:trace>
  <inkml:trace contextRef="#ctx0" brushRef="#br0" timeOffset="69662.9844">24958 11486,'0'0,"25"0,-1 0,26 0,0 0,-1 0,26 0,24 0,-25 0,1 0,-1 0,1 0,-26-25,-24 25,25 0,-26-25,-24 25,25 0,0 0</inkml:trace>
  <inkml:trace contextRef="#ctx0" brushRef="#br0" timeOffset="71279.077">25082 11759,'0'0,"0"0,0 25,25 24,-1-24,1 25,0 24,0-24,0-50,-1 49,1 1,-25-50,0 25,25-1,0 26,-25-50,25 25,-25 0,0-25,0 24,25-24,-1 0,1 0,-25 0,25 0,-25 0,25-24,0-26,-1 25,-24-24,25-1,0 0,0 26,-25-26,25 0,-25 50,0-49,24 24,-24 25,0-25</inkml:trace>
  <inkml:trace contextRef="#ctx0" brushRef="#br0" timeOffset="76058.3503">26297 11089,'0'0,"0"0,0 0,25 0,-25-25,25 25,-25 0,25 0,0 0,-1 0,-24 0,25 0,0 0,0 0,-25 0</inkml:trace>
  <inkml:trace contextRef="#ctx0" brushRef="#br0" timeOffset="76708.3875">26223 11411,'0'0,"25"0,0 0,-25-24,24 24,26-25,-25 25,24 0,1 0,-25 0,25 0,-26-25,-24 25,25 0,0 0</inkml:trace>
  <inkml:trace contextRef="#ctx0" brushRef="#br0" timeOffset="78513.4907">26893 10890,'25'0,"-25"0,24 25,-24-25,25 25,0 0,-25 0,0-1,0 1,0 0,0-25,0 50,0-25,0-25,0 24,0 1,0-25,0 25,0 0,0-25,0-25,0 25,0-25,0-24,25 49,-25-50,25 0,0 50,-25-49,24 24,1 0,0 0,-25 0,0 25,25-24,0 24,-1-25,-24 25,25 0,-25 25,25-25,-25 49,0-24,0 0,25 24,-25 1,0 0,0-1,0-24,0 0,0 0,0 0,0-1,0-24,0 25,0 0,0-25,0 0,0-25,0 0,0 1,0-26,25-24,-1 49,-24-50,0 26,25-1,0 50,0-50,-25 26,25 24,-25 0,0-25,24 25,1 0,-25 0,0 0,0 25,0 24,25-49,-25 50,0-25,25-25,-25 24,0 1,0 0,0-25,0 25</inkml:trace>
  <inkml:trace contextRef="#ctx0" brushRef="#br0" timeOffset="79783.5634">27960 10940,'0'0,"-25"0,25-25,-25 25,25 0,-25 0,0 0,25 0,-24 0,-1 0,0 0,25 25,-25 0,25 0,-25-1,1 26,-1 0,25-50,0 49,0-24,0-25,0 25,0 25,0-50,0 24,0-24,0 25,0-25,0 0,25 0,-1 0,-24 0,25 0,0 0,0 0,-25 0,25-25,-25 1,24-1,1-25,-25 25,0-24,0-1,0 25,25 0,-25 1,0 24,0-25,0 25,0 0,0 25,0-1,0-24,0 50,0-25,25 0,-25 24,25-24,-25 0,0 0,0 0</inkml:trace>
  <inkml:trace contextRef="#ctx0" brushRef="#br0" timeOffset="80719.6168">28233 10717,'0'0,"0"25,-25 24,0-24,0 49,0-24,0 24,1-24,-1-25,25 25,-25-1,25-49,0 50,0-25,0-25,0 0,0 24,25-24,0 0,-25 0,24 0,-24 25,0 0,0-25,0 25,0 0,0-25,0 24,-24 1,-1 0</inkml:trace>
  <inkml:trace contextRef="#ctx0" brushRef="#br0" timeOffset="82197.7015">28456 10866,'-25'0,"25"0,0 0,-25 0,25 24,0 1,-25 0,25-25,0 25,-24 0,24-1,0-24,0 50,0-25,0-25,0 50,0-26,24-24,-24 25,0 0,25-25,-25 25,0-25,25 0,0 0,0 0,-25 0,24 0,1 0,-25 25,0-1,0-24,0 25,0 0,0 0,0-25,0 25,0-1,0 1,0-25,-25 0,25 25,-24 0,-1-25</inkml:trace>
  <inkml:trace contextRef="#ctx0" brushRef="#br0" timeOffset="83408.7708">27042 11610,'0'0,"0"-25,0 25,25 0,-1 0,26 0,0 0,24-25,25 25,25 0,0 0,25 0,-74 0,49 0,-25 0,0 0,0 0,-24 0,24 0,-49 0,24 0,-24 0,-1 0,-24 0,25 0,-25 0,-1 0,1 0,0 0,0 0,0 0,-1 0,-24 25</inkml:trace>
  <inkml:trace contextRef="#ctx0" brushRef="#br0" timeOffset="98483.633">10569 1637,'0'-25,"25"25,-1-24,-24 24,25 0,25 0,-50 0,49 0,26 0,-1-25,1 25,-1 0,50 0,-25 0,1 0,24 0,0 0,0 0,49 0,-24 0,-25 0,25 0,-50 25,25-25,0 24,-24-24,-26 25,1-25,-26 0,1 0,24 0,50 0,0 0,50 0,0 0,49-25,-49 25,74 0,-25 0,25 0,-25 0,25 0,0 0,-24-49,-1 49,-49 0,-1 0,1 0,-50 0,-25 0,-24 25,-1-25,-49 24,25 1,-26-25,-24 0</inkml:trace>
  <inkml:trace contextRef="#ctx0" brushRef="#br0" timeOffset="100769.7637">16969 695,'0'0,"-24"0,24 24,0 1,0 25,-25 24,25 25,-25 1,25-26,-25 75,25-75,-25 26,25 48,0-48,-24-51,24 51,0-26,-25 0,25-24,0 24,0 1,0-26,0-49,0 50,0-25,0-25,0 25,0 0,0-25,0-25,0 25,0-25,0 0,0 0,0 25,0-25,0-24,0 24,25-49,-1-26,26 26,-25-25,-25 24,25-24,-25 49,24 1,-24-26,0 1,0 49,25-49,-25-1,0 51,0-51,0 26,0 24,0-25,0 25,0 25,0-25,0 1,0-1,0 25,0-25,0 0,0 0,0 25,0-24,0-1,0 25,0-25,0 0,0 0,-25 25,25-24,0-1,0 0,0 25,0 0,0 25,0 0,-24 49,24 0,-25 1,25 49,0 0,-25 25,25-25,0 49,0-48,0 23,0-24,0 0,0-24,25-26,-25 1,0-51,0 26,0-25,0 0,0-1,0 1,0 0,0 0,0 0,0-25</inkml:trace>
  <inkml:trace contextRef="#ctx0" brushRef="#br0" timeOffset="103646.9283">10643 1662,'-25'0,"1"0,-1 0,25 0,-25 0,25 0,0 0</inkml:trace>
  <inkml:trace contextRef="#ctx0" brushRef="#br0" timeOffset="109460.2608">11288 1340,'0'0,"0"0,-25 0,1 0,24 0,-25 0,0 0,25 0,-50 0,1 0,24 0,-25 0,1 0,24 0,-25 0,1 0,24 24,-25-24,25 0,1 0,-1 0,-25 0,50 0,-49 0,24 0,25 0,-25 0,0 0,25 0,0-24,-25 24</inkml:trace>
  <inkml:trace contextRef="#ctx0" brushRef="#br0" timeOffset="110702.3319">10618 1067,'0'0,"0"25,0-1,0-24,-24 25,24 0,-25 0,25-25,0 25,-25-1,25-24,-25 25,25 0,0-25,0 25,-25-25,25 0,-25 0,25 25,-24-25,24 24,0-24,24 0,1 0,-25-24,25 24,0 0,-25 0,25 0,0 0,-1 0,-24 0</inkml:trace>
  <inkml:trace contextRef="#ctx0" brushRef="#br0" timeOffset="112061.4096">10916 1612,'-25'0,"-24"0,24 0,0 0,-25 0,50 25,-24-25,-1 0,0 0,0 0,0 25,1-25,24 0,-25 0,0 0,0 0,25 0,-25 0,0 0,25 25,-24-25,-1 0,0 0,25 0,-25 0,0 0,1 0,24 0,-25 0,0 0,25 0</inkml:trace>
  <inkml:trace contextRef="#ctx0" brushRef="#br0" timeOffset="120999.9208">10618 1216,'0'24,"-24"-24,24 0,0 25,-25 0,25-25,-25 25,0 0,25-1,-25-24,0 25,25 0,-24 0,-1-25,0 0,25 25,0-25,0 0,0 0,25 0,0 0,-25 0,24 0,1 0,-25 0,25 0,0 0,0 0,-25 0,0 24,0-24,0 25</inkml:trace>
  <inkml:trace contextRef="#ctx0" brushRef="#br0" timeOffset="123867.0848">11735 1191,'25'0,"-25"0,24 0,1 0,0 0,-25 0,25 0,0 0,-1 0,-24 0,25 0,0 0,0 0,0 0,-1 0,1 0,0 0,25 0,-26 0,26 0,-25 0,25 0,-26 0,1 0,0 0,25 0,-50 0,24 0,1 0,-25-25,25 25,-25 0,25 0,0 0,-25 0</inkml:trace>
  <inkml:trace contextRef="#ctx0" brushRef="#br0" timeOffset="124961.1474">12380 1017,'25'0,"-25"25,0-25,24 25,1-25,0 25,-25 24,50-49,-26 50,1-25,0 24,-25-49,0 0,0 25,25-25,-25 25,0-25,0 25,0-1,0 1,-25-25,25 0,-25 0,0 0,25 25,0-25</inkml:trace>
  <inkml:trace contextRef="#ctx0" brushRef="#br0" timeOffset="136626.8147">3349 1538,'0'0,"0"-25,0 25,25 0,0 0,0 0,-25 0,25 0,-1 0,-24 0,25 0,0 0,0 0,-25 0,25 0,-1 0,1 0,-25 0,25 0,0 0,0 0,-25 0,25 0,-1 0,-24 0,25 0,0-25,0 25,-25 0,25 0,-1 0,1 0,0 0,0 0,0 0,-25-24,24 24,1 0,-25-25,25 25,0-25,0 25,-25 0,0 0,24 0,1-25,0 0,-25 25,0 0,25 0,0-24,-25-1,24 0,1 25,-25 0,25 0,-25-25,25 25,-25-25,25 25,0-24,-25 24,0-25,24 25,-24-25,25 0,-25 25,25-25,-25 1,25 24,0 0,-25-25,0 0,24 0,1 25,-25-25,25 0,-25 1,25 24,-25-25,25 0,-25 25,0 0,0-25,24 0,1 1,-25 24,0-25,25 25,-25-25,0 0,0 25,0 0,25 0,-25-25,25 25,-25-24,24 24,-24 0,0 0,25-25,-25 0,25 25,-25-25,0 25,25 0,0 0,0 0,-25 0,24 0,1 0,0 0,-25 0,25 0,0 0,-25 0,0 0,0 25,24-25,-24 25,25-25,-25 25,25-25,-25 24,0-24,0 0,0 25,25 0,-25 0,25-25,-25 25,0-1,24 1,-24-25,0 25,0 0,0 0,25-1,0 1,-25-25,0 25,0 0,25 0,0 0,-25-1,24-24,-24 25,0-25,0 25,25-25,-25 25,25 0,-25-25,25 24,-25 1,0 0,25 0,-25 0,24-1,1-24,-25 25,0 0,25-25,0 50,0-26,-25 1,25-25,-1 25,-24 0,25-25,0 0,-25 25,25-1,-25-24,0 25,25-25,-1 0,-24 0,25 0,-25 0</inkml:trace>
  <inkml:trace contextRef="#ctx0" brushRef="#br0" timeOffset="139702.9906">4962 843,'0'0,"0"25,0 0,0 0,0-25,0 25,0-1,0 1,0 0,0 0,0-25,0 25,0 0,0-1,0 1,0 0,0 0,0-25,0 25,0-1,0 1,0-25,0 25</inkml:trace>
  <inkml:trace contextRef="#ctx0" brushRef="#br0" timeOffset="141554.0964">4912 918,'0'0,"-24"0,24 0,-25 0,25 25,0-25,0 24,0 1,0-25,0-25,0 25,0-24,0 24,0 0,0-25,25 25,-25-25,0 0,0 25,0 0,0-25,24 25,-24-24,25 24,-25 0,0-25,25 25,-25 0,0 0,0 25,0 24,25-49,-25 50,25-25,-25-25,24 49,-24-24,0-25,0 25,25 0,-25 0,0-25,0 24</inkml:trace>
  <inkml:trace contextRef="#ctx0" brushRef="#br0" timeOffset="143830.2267">4788 1216,'0'-25,"0"25,0-25,0 0,0 25,0-25,0 1,0-1,-25 25,25 0,-24 0,-1 0,25 0,-25 0,0 0,25 0,0 0,0 0,0 25,0-1,0-24,0 25,0 0,0-25,0 25,0 0,0-1,0 1,0 0,0 0,0-25,0 49,0-24,0-25,0 25,0 0,0 0,0-25,0 24,0 1,0 0,0-25,0 25,0 0</inkml:trace>
  <inkml:trace contextRef="#ctx0" brushRef="#br0" timeOffset="144667.2745">4590 1364,'0'-24,"0"24,0 0,25 0,-1 0,-24 0,25 0,0 0,-25 0,25 0</inkml:trace>
  <inkml:trace contextRef="#ctx0" brushRef="#br0" timeOffset="210400.0342">4491 843,'0'0,"0"0,0 25,-25-25,25 25,0 0,-25 0,25-25,0 24,0 1,0-25,-25 50,25-25,0 0,0-1,0 1,0 0,0-25,0 25,0 0,0-25,0 24,0-24,0 0,0 0,25 0,-25-24,25 24,0 0,-1 0,-24-25,0 25,25 0,0 0,0 0,-25-25,0 25,25 0</inkml:trace>
  <inkml:trace contextRef="#ctx0" brushRef="#br0" timeOffset="212281.1418">5210 918,'0'0,"0"25,0-1,0 1,25 25,-25 24,0-49,0 25,0 24,25-49,-25 0,0 0,0-1,0-24,0 25,0 0,0-25,0-25,24 25,-24 0,0-25,0 1,0-1,0 25,0-25,0 0,0 0,0 25,0-24,0-1,0 25,0-25,0 0,0 0,0 25,0-24,0-1,0 0,0 25</inkml:trace>
  <inkml:trace contextRef="#ctx0" brushRef="#br0" timeOffset="215347.3172">5061 1166,'0'0,"25"0,-25 0,25 0,0 0,-1 0,-24 0,50 0,0 25,-50 0,49-1,-24-24,-25 0,25 0,0 25,-1-25,-24 0,0 0,0 0,25 0,-25-25,0 1,0 24,0-25,0 0,0 0,0 25,0-49,0-1,0 25,0-25,0 26,0-1,0 0,0 0,0 25,0 0,0 0,0 25,-25-25,25 25,0-25,-24 25,24-1,0-24,0 25,-25-25,25 25,0 0,0-25,0 0,0 25,0 0,0-1,-25-24,25 0,0 25,-25 0,25-25,0 25,0 0,-25-25,1 0,-1 0,25 0,-25 0,0 0,0 0,25-25,0 25,0 0,0-25,0 25,0 0,25 0,0 0,-25 0,25 0,0 0,-1 0,1 25,0-25,0 0,-25 0,25 0,-1 0,1 0,-25 0,25 0,-25 0,0 0,0-25,0 0,0 25,0-25,0 1,0-1,0 25,0-25</inkml:trace>
  <inkml:trace contextRef="#ctx0" brushRef="#br0" timeOffset="217277.4276">4466 819,'0'0,"0"0,0 0,0 24,0 1,0-25,0 25,0 0,-25-25,25 25,0-1,0 1,0-25,0 25,0 0,0 0,0-25,0 25,0-1,0-24,0 25,0 0,0 0,0-25,0 25,0-25,25 0,-25 0,25 0,-1 0,1 0,-25 0,25 0,-25 0,25 0,0-25,-25 25,24-25,1 0,-25 25,0 0,0-25,25 25,-25 0,0 0,0 0,-25 25,0 0,25 0,-24-25,-1 0,0 0,25 0,-25 0</inkml:trace>
  <inkml:trace contextRef="#ctx0" brushRef="#br0" timeOffset="219040.5285">4540 819,'-25'0,"1"0,24 24,0 1,0-25,0 25,0 0,-25-25,25 25,0-1,-25 1,25-25,0 25,0 0,0 0,0-25,0 25,0-1,0-24,0 0,25 0,-25 0,25 0,-1 0,1 0,-25 0,25 0,25 0,-50 0,49 0,-24-24,-25 24,25 0,0 0,-1 0,-24 0,25-25,0 25,-25-25,25 25,-25 0,0 0,0 25,-25-25,25 0,-25 0,25 25,0-1,-25-24,1 0,-1 25,25 0,-25-25,0 25,0-25,25 0,-24 0,-1 0,25 0,0 25,-25-25,0 0,0 0,25 0,0 0,0 0,0-25,0 0,0 0,0 25,0-25,0 1,0 24,0-25,0 0,0 0</inkml:trace>
  <inkml:trace contextRef="#ctx0" brushRef="#br0" timeOffset="242460.868">27116 12032,'0'0,"25"0,-25 0,50 24,-1 26,1 0,-25-1,-1 1,1-25,0-1,0 1,-25 0,0 0,0-25,25 25,-25-1,0-24,0 25,0 0,24-25,1 0,-25 0,0-25,0 25,0-25,25 1,-25 24,0-25,25 0,-25 0,0 25,25-25,-25 1,0-1,0 25,0 0,0-25,0 0,0 25,25 0,-25-25,0 1,0-1</inkml:trace>
  <inkml:trace contextRef="#ctx0" brushRef="#br0" timeOffset="243810.9452">27885 12131,'-25'25,"25"-1,0-24,-24 25,-1 0,0-25,25 50,0-1,-25-24,25 0,0 24,0-49,0 25,0 0,0 0,0-25,0 25,0 0,0-25,0 0,25 0,0 0,-25 0,25 0,-1 0,1 0,-25-25,0 25,25-25,-25 0,0 0,25 25,-25-25,0 1,0-1,0 0,0-25,0 50,0-24,0-1,-25 25,25-25,0 25,-25 0,0 0,1 0</inkml:trace>
  <inkml:trace contextRef="#ctx0" brushRef="#br0" timeOffset="245378.0349">28108 12528,'0'0,"25"0,-25-25,0 25,25-50,-25 25,0 1,0-26,25 0,-25 1,0-1,25 1,-25-1,0 0,0 1,0 24,0 0,0 0,0 1,0-1,0 0,0 25,0-25,0 25,-25 0,25-25,-25 25,0 0,25 0,-25 0,1 0,24 0,0 0,0 25,0 0,0 0,0 49,0 1,0-1,0-24,0 24,24 0,-24 1,25-26,0-24,-25 25,25-25,-25-25,0 25,25-1,0-24,-1 0,-24 0</inkml:trace>
  <inkml:trace contextRef="#ctx0" brushRef="#br0" timeOffset="246994.1273">28357 12106,'0'0,"0"25,0-25,0 25,0-1,0 1,0-25,0 25,0 0,0 0,24-1,-24 1,0 0,0 0,0 0,0-25,0 24,0 1,0-25,0 25,25-25,0 0,-25 0,25-25,-25 0,0 25,0-24,0-1,0 25,0-50,25 25,-25 25,0-49,0 24,24 25,-24-50,0 26,0 24,0-25,0 0,0 0,0 25,0-25,0 25,0 0,0 25,0 0,0 0,0 0,0 24,25-24,-25 0,0 24,0-49,25 50,-25-25,0 0,25-25,-25 24,25-24,-25 25,0-25</inkml:trace>
  <inkml:trace contextRef="#ctx0" brushRef="#br0" timeOffset="249181.2524">28704 12106,'0'0,"0"50,0-50,0 49,0-24,25 0,-25 24,0-24,0 0,25 25,-25-50,0 24,0 1,0 0,0-25,0 25,0-25,0 0,24 0,-24-25,0 0,0 0,0 25,0-24,25-26,-25 50,25-25,-25 0,25 1,-25 24,0 0,0-25,25 0,-1 25,-24 0,25 0,-25-25,25 25,0 0,0 0,-25 0,0 0,0 0,24 50,-24-25,25-25,-25 49,0-24,0-25,0 25,0 0,0-1,0-24,0 25,0-25,0 0,0-25,0-24,0 49,0-25,25-25,-25 26,0-1,0 0,0 0,0 0,0 1,25-1,-25 0,0 0,25 0,-25 25,24 0,-24 0,0 0,25 50,-25 0,25-1,0 26,-25-26,0-24,25 25,-25-26,0 1,0 0,0 0,0 0</inkml:trace>
  <inkml:trace contextRef="#ctx0" brushRef="#br0" timeOffset="250867.3488">29498 12230,'0'0,"0"0,0 0,25 0,-1 0,1 0,-25 0,50 0,-25 0,-25 0,24 0,1 0,-25-25,25 0,0 25,0 0,-25-24,0-1,0 0,24 25,-24-25,0 0,0 1,0 24,0 0,0 0,0-25,-24 25,-1 0,0 0,25 0,-25 0,25 0,-25 0,25 0,0 0,-24 0,24 25,-25-25,25 24,-25 1,25-25,0 25,-25 0,25 0,-25-1,25 26,-24-50,24 25,0 24,0-49,0 50,0-25,0-25,0 49,0-24,0-25,0 25,0 0,0 0,24-25,1 0,-25 25,25-25,0 0,0 0,-25 0,24 0,1 0,-25 0</inkml:trace>
  <inkml:trace contextRef="#ctx0" brushRef="#br0" timeOffset="253477.4981">26645 8955,'0'0,"0"0,25 0,-1 0,-24 0,50 0,24 0,-49-24,50 24,-51 0,1 0,0 0,0 0,-25 0</inkml:trace>
  <inkml:trace contextRef="#ctx0" brushRef="#br0" timeOffset="254109.5343">26620 9228,'25'-24,"-25"24,25 0,-1 0,-24-25,50 25,-25 0,0 0,-1 0,26 0,-50 0,50 0,-26 0,-24 0,25 0</inkml:trace>
  <inkml:trace contextRef="#ctx0" brushRef="#br0" timeOffset="258798.8025">24933 8757,'25'0,"0"0,-25 0,0 25,0 0,24-25,1 24,-25 26,25-50,-25 50,0-1,25-49,0 50,-25 0,24-26,-24 1,0 25,0-50,0 25,0-1,0-24,0 25,0 0,25-25,-25 0,25 0,-25-25,0 25,25 0,-25-25,0 1,0 24,0 0,0-25,0-25,25 50,-1-49,1 24,-25 0,25 0,0-25,0 50,-25-24,0 24,25-25,-1 0,-24 25,25 0,-25-25,25 0,0 25,-25-24,25 24,-25 0,0 24,0 1,0-25,0 50,0-25,0-25,0 49,0-24,0-25,0 25,0 0,0 0,0-25,0 24,0 1,24-25,-24 0,25-25,-25 25,0-24,0-1,0 0,0 25,25-50,0 1,-25 24,25-25,-1 1,1-1,-25 50,0-50,25 26,0 24,-25-25,25 0,-25 25,0-25,0 0,24 25,1 0,0 0,-25 0,25 0,0 0,-25 0,0 0,25 25,-25-25,0 25,0 0,24-25,-24 25,0 24,0-24,0 25,0-1,0-24,0 0,0 24,0-49,0 50,0-25,0-25,0 25,0 0,0-25,-24 24,24 1,0 0,0-25,0 25,0 0</inkml:trace>
  <inkml:trace contextRef="#ctx0" brushRef="#br0" timeOffset="261409.9518">27240 8534,'0'0,"25"0,-25 25,0-1,25 1,0 0,-25 0,24 0,-24 24,0-49,0 25,0 0,0 0,0-25,0 24,0 1,0-25,0-25,0 25,0-24,0-26,0 25,25-49,-25 24,25 1,-25 49,0-50,25 25,-25 25,0-25,25 25,-25 0,0 0,24 0,-24 25,25 0,-25 0,0-25,25 49,-25-24,0 0,0 0,0 24,0-49,0 25,0 0,0-25,0 25,0 0,0-1,0-24,0 25,0 0,0-25,0 0,0-25,0 25,25-25,-25-24,0 24,25 0,-25-24,0 24,0 0,0 0,0 0,25 1,-25-1,0 25,24 0,-24-25,25 0,-25 25,25 0,0 0,-25 0,25 0,-25 25,0-25,0 25,0 0,0-1,0 1,0 0,24 0,-24-25,0 25,0-1,0-24,0 25</inkml:trace>
  <inkml:trace contextRef="#ctx0" brushRef="#br0" timeOffset="263025.0442">28133 8385,'-25'-25,"25"25,-24 0,-1 0,25 0,-25 0,0 0,0 25,25 0,0 0,0-1,-24 26,24-25,-25 24,25-24,-25 25,25-50,0 25,0-1,0-24,0 25,0 0,0 0,0-25,0 0,25 0,-25 0,25 0,-1 0,-24 0,0 0,25-25,-25 0,25 25,-25-49,25 24,-25 0,0 0,0 0,0 1,0-26,0 50,0-25,0 0,0 1,0 24,0-25,0 0,0 25,0 0,0 0,0 25,0 0,25 49,-1-24,-24 24,25-49,-25 24,25 1,-25-25,25 0,-25-1,0-24,25 25</inkml:trace>
  <inkml:trace contextRef="#ctx0" brushRef="#br0" timeOffset="264454.126">28406 8459,'0'0,"-25"0,1 0,-1 0,25 0,0 0,-25 0,25 0,-25 25,25-25,0 25,0 0,0 0,0-25,0 0,25 0,-25 0,25 0,-25 0,25 0,-1 0,-24 24,25-24,0 25,0-25,-25 25,0-25,0 25,0 0,0-25,0 24,0 1,0 0,0-25,0 0,0 0,-25 0,25 25,-25-25,25 0</inkml:trace>
  <inkml:trace contextRef="#ctx0" brushRef="#br0" timeOffset="265491.1853">28828 8261,'-25'0,"0"0,1 0,24 0,-25 0,25 0,-25 0,25 25,-25-1,25-24,-25 0,25 25,0 0,0 0,-25-25,25 0,0 25,0 0,0-25,0 0,0 24,25-24,-25 25,25-25,-25 0,25 25,0-25,-25 0,25 25,-1-25,1 25,-25-1,25-24,-25 25,25-25,-25 25,0-25,25 25,-25 0,0-1,0-24,0 25,0 0,0 0,-25-25,0 25,25-1,-25-24,25 0</inkml:trace>
  <inkml:trace contextRef="#ctx0" brushRef="#br0" timeOffset="266603.2488">27439 8955,'24'0,"1"0,50 0,-26 0,26 0,49 0,-25 25,50 0,-25 0,25-25,-75 25,25 0,1-25,-1 24,0-24,0 0,1 0,-1 0,-50 0,26 0,-26 0,-24 0,0 0,0 0,-25 0,25 0,-25 25</inkml:trace>
  <inkml:trace contextRef="#ctx0" brushRef="#br0" timeOffset="267785.3165">27836 9600,'0'0,"0"0,0 0,0-24,24-1,-24 0,0 25,0-50,0 26,0-1,0 0,0 0,0 0,0-24,0 49,0-25,0 0,0 0,0 25,-24 0,24-24,0 24,-25 0,25 0,0 0,0 24,0 26,0-50,0 50,0-1,0 1,0-1,0 26,0-50,0 24,0 1,0-50,0 25,0-1,0-24,0 25,0 0,0 0,0-25,25 0,-1 0,-24 25,25-25,-25 0</inkml:trace>
  <inkml:trace contextRef="#ctx0" brushRef="#br0" timeOffset="268997.3858">28034 9625,'25'-25,"-25"1,25-1,-25 25,0-25,0 0,0 25,0-25,0 1,0-1,0 25,0-25,0 0,0 0,0 25,0 0,0 0,-25 0,0 0,25 0,-25 0,25 0,-25 0,25 25,0 0,0-25,0 25,0 0,0-1,0-24,0 25,0 0,0 0,0 0,0-1,0-24,0 25,0 0,0 0,0-25,0 25,25-25,-25 0,25 0</inkml:trace>
  <inkml:trace contextRef="#ctx0" brushRef="#br0" timeOffset="270121.4501">28233 9427,'0'25,"0"-25,0 24,0 1,24 25,-24-25,0 24,0 26,0-51,0 26,0-25,0 0,0 0,0-25,0-25,0 25,0-25,0 0,25 0,-25 0,25-24,-25 24,0 0,0-24,25 49,-25-25,25 0,-25 0,24 25,-24-25,0 25,0-24,25 24,0 0,-25 0,0 24,25-24,-25 25,0 0,0 0,0 0,0 24,0-49,0 25,0 0,0 0,0-25,25 0</inkml:trace>
  <inkml:trace contextRef="#ctx0" brushRef="#br0" timeOffset="271716.5413">28729 9526,'0'-25,"0"0,0 1,0 24,0-25,0-25,0 50,0-25,0 1,0-1,0 25,0-25,0 25,-25-25,0 25,25 0,0 0,-25 25,25-25,-25 25,25 0,-24-1,24 1,0 0,0 0,0-25,0 25,0-1,0 1,0-25,0 0,24 0,1 0,-25 0,0 0,25-25,-25 1,25 24,0 0,-25 0,0 49,0-24,0 25,25 24,-25-49,0 24,0 1,24 0,-24-50,0 49,0-24,0-25,0 25,0 0,0-25,0 25,0-1,0-24,-24 25,-1-25,25 0,-25 0,0 0,0 0,25-25,-25 1,1 24,-1-50,25 25,-25 0,25-24,0 24,0 0,0-25,0 26,0-26,25 0,-25 26,0 24,25-25,-25 0,24 25,-24-25,25 25,-25 0,0 0,25 0,0 0,-25 0</inkml:trace>
  <inkml:trace contextRef="#ctx0" brushRef="#br0" timeOffset="272724.599">28853 9154,'0'0,"0"0,0 25,0 0,25-1,-25 26,0 0,24-26,-24 26,0 0,0-26,25 26,-25-25,0 0,0-1,0 26,0-50,0 25,0 0,0-1,0-24,0 25,0 0</inkml:trace>
  <inkml:trace contextRef="#ctx0" brushRef="#br0" timeOffset="273382.6366">28828 9526,'0'-25,"0"0,0 25,25 0,0 0,-25 0,24 0,1-24,0 24,-25 0,0-25,25 25</inkml:trace>
  <inkml:trace contextRef="#ctx0" brushRef="#br0" timeOffset="274475.6992">29101 9154,'0'0,"0"50,0-1,0 26,0-1,0-24,0 24,0 0,0-24,0-25,0 24,0-24,0-25,0 25,0 0,0-25,25-25,-25 25,0-25,24 0,-24 1,0-1,0-25,25 50,-25-25,25 1,-25-1,0 25,0 0,25 0,-25 0,25 0,-25 25,0-1,0 1,0 0,24 0,-24 0,0 24,0-49</inkml:trace>
  <inkml:trace contextRef="#ctx0" brushRef="#br0" timeOffset="276978.8422">10221 1687</inkml:trace>
  <inkml:trace contextRef="#ctx0" brushRef="#br0" timeOffset="278386.9229">10221 1687,'0'25,"0"-25,0 25,0-1,0 1,0-25,0 50,0-25,0-25,0 24,0 1,0-25,0 25,0 0,0 0,0-1,-24 1,24 0,0-25,0 25,0 0,0-1,0-24</inkml:trace>
  <inkml:trace contextRef="#ctx0" brushRef="#br0" timeOffset="279570.9906">10197 1861,'0'0,"0"0,0 0,0 24,0 1,0 0,0 0,0 0,0 24,0 1,0 24,0-24,0 24,0 1,0-1,0-49,0 25,0-1,0-24,0 0,0 0,0-25,0 24,0 1,0 0</inkml:trace>
  <inkml:trace contextRef="#ctx0" brushRef="#br0" timeOffset="280496.0435">10221 2332,'0'0,"25"0,0 0,0 0,24 0,1 0,-25 0,49 0,-24 0,-25 0,49 0,-24 0,-25 0,24 0,1 0,-25 0,49 0,-24 0,-26 0,26 0,0 0,-25 0,-1 0,1 0,0 0</inkml:trace>
  <inkml:trace contextRef="#ctx0" brushRef="#br0" timeOffset="281827.1196">11536 2456,'0'-25,"0"0,0 25,25-24,-25-51,25 50,0-49,-25-1,24 1,-24 24,0 1,0-1,0 25,0 1,0-26,0 50,0-25,0 0,0 1,-24 24,24 0,0 0,-25 0,25 0,-25 0,25 0,0 24,0 1,0-25,-25 25,25 25,-25-1,1 26,24-26,-25 26,0-51,25 26,0 24,0-49,0 0,0 25,0-25,0-1,0 1,0 0,0-25,0 25,0-25,25 0</inkml:trace>
  <inkml:trace contextRef="#ctx0" brushRef="#br0" timeOffset="284072.248">11784 2406,'0'0,"25"0,25 0,-1 0,51-24,48 24,-23 0,-1 0,49 0,1 0,49 0,-49 0,24 0,26 24,-51 1,26 25,-26-1,-24-24,-99-25,24 25,-24-25,-25 25,-1-25,76 0,73-25,-49 0,75 0,-50 25,0-49,-1 24,-23 25,-26 0,0 0,-25-25,26 25,-26 0,0-25,-49 25,25 0,0 0,-1 0,-49 0,25-24,0 24,-25 0,25 0,-25-25,24 25,1 0,-25 0,25-25,0 25,0 0</inkml:trace>
  <inkml:trace contextRef="#ctx0" brushRef="#br0" timeOffset="293266.7739">23097 8459,'0'0,"0"0,25 0,0 50,0-50,-1 50,1 24,25-24,-1 24,-24-49,25 24,-25 1,-25 0,24-50,1 24,0-24,-25 0,0 0,0 0,0-24,0-1,25 25,-25-25,0 25,25-25,-25-24,24 24,1-25,-25 1,25-26,-25 50,25-24,0-1,0 1,-25 49,24-50,-24 25,25 25,-25-25,0 0,0 25,0 0,0-24,0-1,25 25,-25-25,0 25,0-25,25 0,-25 1,0 24,0-25,0 0,25 0,-25 25,24-25,-24 1,0-1,25 0,-25-25,25 26,-25-1,0-25,0 50,0-25,0 1,25-1,-25 0,0 0,0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10:14:46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22502 7690,'0'-25,"25"25,24-24,-24 24,25-25,24 25,-24 0,24 0,50-25,-25 25,25 0,50 0,-25 0,-75 0,75 0,-99 0,49 0,-25 0,1 0,-26 0,26 0,-25 0,24 0,-49 25,24-25,-24 0,-25 0,25 0,0 0</inkml:trace>
  <inkml:trace contextRef="#ctx0" brushRef="#br0" timeOffset="1765.101">27935 6648,'0'0,"25"0,-1 0,-24 0,50 0,-25 0,0-24,24 24,26 0,-50 0,49 0,25 0,-24 0,-1 0,25 0,-24 0,24 0,-49 0,24 0,0 0,1 0,-50 0,49 0,-24 0,-26 0,26 0,-25 0,0 0,0 0,-1 0,-24 0,25 0</inkml:trace>
  <inkml:trace contextRef="#ctx0" brushRef="#br0" timeOffset="24044.3753">2159 7467,'0'-25,"0"0,0 1,0 24,24-25,-24 0,25 25,-25 0,0 0,0-25,25 0,-25 1,25 24,0-25,-1 0,1 0,0 0,0 1,0-1,-1 0,1 25,-25-25,0 25,25-25,-25 25,25 0,-25-25,25 25,-25-24,24 24,1 0,-25-25,0 25,25 0,-25 0,25 0,0 0,-25 0,25 0,-1 0,-24 0,0 0,25 0,-25 0,25 0,-25 25,25-25,-25 24,0-24,25 25,-25 0,24-25,-24 25,25 0,-25 0,0-25,0 24,25 1,-25 0,25-25,-25 25,0 0,0-25,0 24,25 1,-25 0,0-25,24 0,-24 25,0 0,25-25,-25 24,0-24,0 25,0 0,25-25,-25 25,0-25,25 0,-25 25,0-1</inkml:trace>
  <inkml:trace contextRef="#ctx0" brushRef="#br0" timeOffset="27263.5594">2630 6500,'0'0,"0"0,25 0,0 0,-1 0,-24 0,25 0,25 0,-25 0,24 0,-24 0,49 0,-24 0,0 0,-50 0,49 0,-24 0,0 24,0-24,0 0,-1 0,1 0,0 0,-25 0,25 0,0 0,-1 0,-24 0,-24 0,-1 0,25 0,-25-24,0 24,0 0,25-25,-24 25,-1-25,25 25,0-25,0 25,0-25,0 25,0 0,25 0,-1 0,26 25,-25 0,0 0,24 0,-24-25,0 0,24 24,-24 1,0 0,-25 0,0-25,25 25,-25-1,0-24,0 25,0 0,0-25,0 25,0-25,0 0,-25 0,0 0,25 25,-25-25,25 0,0 24,-24-24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0-05-07T10:15:38.0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28481 4614,'0'0,"0"0,0 25,0 0,-25-25,0 25,25-1,0-24,0 25,0 0,0 0,-25-25,0 0,25 0,0 0,0 25,0-25,0 0,25 0,-25-25</inkml:trace>
  <inkml:trace contextRef="#ctx0" brushRef="#br0" timeOffset="699.04">28530 4614,'0'0,"0"25,0 0,25-25,-25 49,0 1,25-25,0 49,-25 1,24-26,1-24,-25 25,0-25,25-25,-25 24,0 1</inkml:trace>
  <inkml:trace contextRef="#ctx0" brushRef="#br0" timeOffset="1850.1059">27960 4664,'0'0,"0"25,0-25,0 24,0 26,0-25,0 24,0-24,0 0,0 0,0 0,0-25,0 24</inkml:trace>
  <inkml:trace contextRef="#ctx0" brushRef="#br0" timeOffset="2767.1583">27786 4713,'0'-24,"0"24,0 0,0-25,25 25,0 0,-25-25,24 25,-24 0,25 0,0 0,0 0,-25-25,25 25,-1 0,1 0,-25-25,0 25,25 0,0 0,-25-24,0 24,25 0</inkml:trace>
  <inkml:trace contextRef="#ctx0" brushRef="#br0" timeOffset="3752.2147">28505 4713,'-24'0,"-1"0,25 25,-25-25,0 0,25 25,-25-25,25 25,0-25,0 25,-24-25,24 0,-25 0,25 24</inkml:trace>
  <inkml:trace contextRef="#ctx0" brushRef="#br0" timeOffset="4835.2766">28605 4639,'0'0,"0"0,24 25,-24 0,0-1,25 26,-25-50,25 25,-25 0,0-1,25-24,-25 25,0 0</inkml:trace>
  <inkml:trace contextRef="#ctx0" brushRef="#br0" timeOffset="5712.3268">28456 4664,'0'25,"-25"-25,25 0,-25 0,25 24,0 1,0 0,-25-25,25 0,0 25,0-25</inkml:trace>
  <inkml:trace contextRef="#ctx0" brushRef="#br0" timeOffset="8964.5128">28481 5358,'0'0,"0"0,0 25,0 0,0-25,0 25,0 0,0-1,0 51,-25-1,25 1,0-26,0 1,0 24,0-49,0 50,0-1,0 0,-25-24,25 24,0-24,0 24,-25-49,25 25,0-25,0 0,0-1,0 1,0-25,0 25,0 0,0 0,0-25,0 74,0-49,0 49,0 1,0-51,0 26,0 0,0-50,0 24,0 1,0 0,0-25,0 25,0 25,0-26,0 26,0 0,0-50,0 24,0 1,0-25,0 25,0 0,0 0,0-25,0 24,0 1,0 0,0-25,0 25,0 0,0-25,0 24,0 26,0 24,0-49,0 25,0-25,0 24,0-24,0 0,0 0,0 24,0-49,0 25,0 0,0 0,0-25</inkml:trace>
  <inkml:trace contextRef="#ctx0" brushRef="#br0" timeOffset="10235.5854">28133 7665,'0'0,"0"0,25 0,-25 0,25 25,-25 0,25-25,-25 25,25-25,-25 25,24 0,1-1,0 1,-25 25,25-25,-25-1,25 1,-25 0,24-25,-24 25,25-25,-25 0,25 0,0 0,-25 0,25 0,-1 0,-24-25,25 25,-25-25,0 0,25 25,0-24,0-1,-25 25,0-25,24-25,1 26,-25 24,25-25,-25 0,0 25</inkml:trace>
  <inkml:trace contextRef="#ctx0" brushRef="#br0" timeOffset="11998.6863">28803 7690,'0'0,"0"0,0 0,0 25,25 0,-25 0,0 24,25 1,-25-25,0 24,0 1,0-25,0 24,0 1,0-50,0 25,0 0,0-1,0-24,25 0,-25-24,0-1,0 25,0 0,0-25,0 0,24 0,-24 25,25-49,-25-1,25 50,-25-49,0 24,25 0,-25 0,25 0,-1 25,-24-24,25-1,-25 0,25 25,-25 0,0 0,0-25,0 25,0 0,25 25,-25 0,0 0,25-1,-25 1,0 0,0-25,0 25,0 0,0-1,0-24,24 25,-24 0,0-25,0 25,0 0,0-1,0-24,0 25,0 0,0 0,0-25,0 25,0-1</inkml:trace>
  <inkml:trace contextRef="#ctx0" brushRef="#br0" timeOffset="13507.7726">29225 7914,'0'0,"0"24,0-24,0 50,0-25,0 0,0-1,0 1,0-25,0 25,0 0,0-25,0 25,0-25,0 0,0-25,0 0,0 25,0-25,0-24,0 24,0-50,0 26,25-1,-25 25,24-24,-24-1,0 50,0-50,25 50,-25-24,0 24,25 0,-25 0,0 0,25 0,-25 0,25 24,-25 1,25 0,-25 25,0 24,24-49,-24 25,0-1,25-49,-25 50,0-25,0-25,0 24,0 1,0-25,0 25,0 0,0 0</inkml:trace>
  <inkml:trace contextRef="#ctx0" brushRef="#br0" timeOffset="15428.8825">29870 7889,'0'-25,"0"25,0-25,0 0,0 1,0 24,0-25,-25 0,25 0,-25 25,0 0,25 0,-24-25,-1 25,0 0,25 0,-25 0,0 0,1 0,24 0,-25 0,25 25,-25 0,25 0,0-25,0 0,0 25,0-1,0 1,0-25,0 0,25 0,-25 0,25 0,-1 0,1 0,-25 0,25 0,0 0,0 0,-25-25,0 1,24 24,-24 0,25 0,-25 0,0 24,25 26,-25 24,0-24,25 24,-25-49,0 25,25-1,-25-49,0 25,0 25,0-50,0 49,0-24,0 25,0 0,0-1,0-49,0 25,0 0,0-25,-25 25,25-1,-25-24,0 25,25-25,-25 0,1 0,24 0,-25-25,0 1,0-1,25 0,-25 0,1-24,-1-1,0 0,25 50,0-49,0-1,0 25,0-24,25-1,0 0,-1 26,1-26,0 25,0 0,24 1,-49-1,0 0,25 25,0-25,0 25</inkml:trace>
  <inkml:trace contextRef="#ctx0" brushRef="#br0" timeOffset="40297.3049">27017 5284,'0'0,"0"0,0 25,0 0,0-1,0 51,0-1,0 1,0 24,0 0,0 0,25 1,-25-26,0-24,0-1,0 26,0-51,0 1,0 25,0-50,0 25,0-1,0 1</inkml:trace>
  <inkml:trace contextRef="#ctx0" brushRef="#br0" timeOffset="42022.4036">27017 5210,'0'0,"-25"0,25 24,0-24,-25 25,25 0,0 0,0-25,0 25,0-1,-25 1,25 0,-24 0,24 0,-25 24,25-24,0 0,0 0,0-1,0 1,0-25,0 25,0 0,0-25,0-25,0 25,0-25,0 0,0 1,25-1,-25-25,24 25,1-24,-25-1,25-24,-25 24,25 1,-25-26,25 26,0 24,-1 0,-24-25,25 50,-25-25,25 25,-25 0,0 0,0 25,0 0,0-25,0 50,0-25,0 24,0 1,0 24,0 25,0-24,0-1,0 1,0-1,0-24,0 24,0-24,0-25,0-1,0 1,0-25,0 0,0 25</inkml:trace>
  <inkml:trace contextRef="#ctx0" brushRef="#br0" timeOffset="43116.4662">26347 5433,'0'0,"0"-25,25 25,-25 0,25 0,-25-25,24 25,-24-25,25 25,0 0,-25 0,25 0,0 0,-25 0,25 0</inkml:trace>
  <inkml:trace contextRef="#ctx0" brushRef="#br0" timeOffset="43835.5073">26421 5210,'0'0,"0"24,0 1,0-25,0 25,0 25,0-1,0 26,0-1,0 0,0-24,0 0,0-1,0-49,0 25,0 0</inkml:trace>
  <inkml:trace contextRef="#ctx0" brushRef="#br0" timeOffset="45244.5879">26620 5160,'0'25,"0"24,0-49,25 50,-25-25,25-25,-25 25,0-1,0 1,24-25,-24 0,25 0,0 0,-25 0,0 0,0-25,0 1,0 24,0-25,0 0,0 25,0-25,0 0,0 25,0 25,0-25,0 25,0 0,0-25,-25 49,25 26,0-50,0 49,0 0,0 26,0-51,0 26,0-1,0 1,0-51,0 26,0-25,0-25,0 25,0-1,0 1,-25-25,25 0,0 0,0-25,0 1,0 24</inkml:trace>
  <inkml:trace contextRef="#ctx0" brushRef="#br0" timeOffset="46940.6849">26372 7318,'0'0,"25"-25,-25 25,24 0,1 0,0 0,-25 0,25 0</inkml:trace>
  <inkml:trace contextRef="#ctx0" brushRef="#br0" timeOffset="48477.7728">26595 7020,'0'25,"0"0,0-25,0 25,25 0,-25-25,25 0,0 0,-25 0,24 0,-24 0,25-25,-25 25,0-25,0 0,0 0,0 25,0-24,0-1,0 25,0 25,0-1,25 26,-25-25,0 49,0 1,0-1,0 25,25-24,-25 24,0-25,25-24,-25 25,0-75,0 49,0-24,0-25,0 25,0 0,0-25,-25 0,0 0,25 0,-25 0,0 0,25 0,-24 0,24 0,-25-25,0 25,25-25,0 0,0 0,0 25,0-24,0-1,0 0</inkml:trace>
  <inkml:trace contextRef="#ctx0" brushRef="#br0" timeOffset="49472.8296">27191 6748,'-25'0,"25"0,0 49,0-24,0 25,0 49,0-25,0-24,0 24,0 26,0-51,0 1,0-1,0 1,0-25,0 0,0 24,0-49,0 25,0 0</inkml:trace>
  <inkml:trace contextRef="#ctx0" brushRef="#br0" timeOffset="50408.8833">27017 7293,'0'0,"0"25,0 0,0-25,25 50,0-1,-1-24,26 49,-25-24,-25 0,25-1,-1-49,-24 25,25 0,-25-25,0 0,0-25,0 25,0-25,0 0,0 1,0 24,0-25</inkml:trace>
  <inkml:trace contextRef="#ctx0" brushRef="#br0" timeOffset="52378.9958">27339 7244,'0'0,"0"0,0 25,0-25,-24 24,24 1,-25-25,25 50,-25-25,25-1,-25 26,25 0,-25-26,1 26,24-25,-25 0,25-25,0 24,-25 1,25 0,0-25</inkml:trace>
  <inkml:trace contextRef="#ctx0" brushRef="#br0" timeOffset="75466.3164">19872 3498,'0'-25,"0"25,0-25,0 0,0 1,25 24,0-25,-25-25,49 25,26-49,-1 24,-24-24,24 0,1-1,-26 25,26 1,-51-1,26 25,0 1,-26-1,1 0,0 0,0 25,-25 0,25 0,-25 0,0 0,0 25,0 0,0-25,0 25,0-1,0 1,0 0,0 25,0-26,0 26,0 25,0-51,0 51,0-26,0-24,0 50,0-26,0-24,0 25,0-1,0-49,0 25,0 0,0 0,0-25,0 24,0 1</inkml:trace>
  <inkml:trace contextRef="#ctx0" brushRef="#br0" timeOffset="77557.436">19897 3473,'0'0,"0"-25,0 0,0 1,25 24,-25-25,24 0,-24 25,25-25,0 0,0 1,-25-1,49-25,1 1,0 24,-50 0,49-25,-24 26,0 24,0-50,0 25,-1 25,-24-25,25 0,0 1,0 24,-25 0,0 0,25 0,-25-25,24 25,-24 0,25 0,0 0,0 0,-25 0,25 0,-1 0,1 0,-25 0,25 0,0 0,-25 0,0 25,25-1,-1 1,-24-25,25 25,-25 25,0-50,0 49,0 1,25-25,-25 24,0 1,0-25,0 0,0-1,0 26,0 0,0-50,0 24,0 26,0-50,0 25,0 0,0-1,0-24,0 25</inkml:trace>
  <inkml:trace contextRef="#ctx0" brushRef="#br0" timeOffset="80481.6033">20393 3547,'0'0,"0"-24,0 24,0-25,0 0,0 25,0-25,0-24,0 24,0-50,0 1,0 0,25-26,0 51,-25-26,24 26,-24-26,0 50,25-24,-25-1,0 25,0 1,0-1,0 0,0 25,0-25</inkml:trace>
  <inkml:trace contextRef="#ctx0" brushRef="#br0" timeOffset="81831.6805">20492 2332,'0'0,"0"0,-25 25,25-25,-24 25,-1-1,25 1,0-25,0 25,-25-25,25 25,-25 0,25-25,0 24,-25-24,25 25,0-25,-24 0,24 25,0-25,0 0,0 0,0-25,0 0,24 25,-24-24,0-1,25 0,-25 25,25-25,-25 0,25 1,-25 24,25-25,-1 0,-24 25,25 0,-25-25,25 25,0 0,-25-25,0 25,25 0,-1 0,-24 0,0 0,25 25,-25-25,0 25,0 0,0-25,0 25,0-1,25 1,-25-25,0 25,0 0,0 0,0-25,0 24,0 1,0-25</inkml:trace>
  <inkml:trace contextRef="#ctx0" brushRef="#br0" timeOffset="101932.8303">11859 14562,'0'0,"0"-25,0 0,0 25,0 0,-25-24,0 24,25-25,0 25,-25 0,1 0,-1 0,25 0,-25 0,0 0,0 0,-24 25,24-1,-25 1,25 0,1 0,-26 0,25-1,0-24,-24 25,49 0,-25 0,0-25,0 25,25-1,-24-24,24 25,-25-25,25 25,0-25,0 25,-25-25,0 25,25-1,0 1,-25-25,25 25,0 0,0-25,0 49,0-24,0 0,0 0,0 25,0-26,0 26,25 0,0-26,25 1,-50 0,24 0,1-25,0 25,0-25,0 24,-1-24,-24 0,25 0,0 0,0 0,-25 0,49 0,-24 0,-25 0,25 0,0 0,-25 0,25 0,-1-24,1-1,-25 25,25-25,0 0,0 0,-25 1,25-1,-1-25,1 25,0 1,-25-1,0 0,25 0,-25 0,0 0,25 1,-25-1,0 0,0 0,0 25,0-25,0 1,0-1,0 25,0-25,0 0,0 25,0-25</inkml:trace>
  <inkml:trace contextRef="#ctx0" brushRef="#br0" timeOffset="108230.1905">9378 16919,'25'0,"49"0,25 0,-24-25,-26 25,1 0,24 0,1 0,-50 0,24 0,26 0,-50 0,49 0,-24 0,-26 0,51 0,-26 0,1 0,24 0,1 0,-1 0,-24 0,0 0,-1 0,1 0,-1 0,1 0,-25 25,24-25,1 0,-50 0,50 24,-25-24,-25 0,24 0,-24 0</inkml:trace>
  <inkml:trace contextRef="#ctx0" brushRef="#br0" timeOffset="109877.2847">9800 18085,'24'0,"-24"0,25 0,-25-25,25 0,25 0,-26-24,26 24,0-25,-1 1,1-26,0 25,-1-24,-49 49,25-24,0 24,0 0,-25 0,24-24,-24 49,0-25,0 0,0 0,0 25,0-25,0 1,-24-1,-1 25,25 0,-25 0,0-25,25 25,-25 0,1 0,-1 0,25 0,-25 0,0 0,0 0,25 0,0 0,-24 0,24 0,-25 0,25 25,0 0,0-1,0-24,0 25,0 0,0 0,0 24,0 1,0-50,0 50,25-1,-25-49,0 25,24 0,-24 0,0-25,0 0,0 24,25 1,0 0,0-25,-25 25,25 0,-1-25,-24 0,0 0,25 25,0-25,0 24,0 1,-1-25,26 0,-50 25,50-25,-26 0,-24 25,0-25,25 0,0 0</inkml:trace>
  <inkml:trace contextRef="#ctx0" brushRef="#br0" timeOffset="112998.4631">10618 17688,'0'0,"0"0,50 0,0 0,-26 0,51 0,-1 0,1 0,-1-25,1 0,-1 0,25-24,0-1,-24 0,-1 1,1-1,-26 1,1-26,0 50,-26-49,1 24,0-24,0-1,0 51,-1-51,26-74,0 50,-26 0,26 0,-25-1,24 26,-24 0,0 49,-25-50,0 26,0 24,0-49,0 24,0 25,0-25,0-24,0 49,0 0,0-24,0 49,0-50,0 25,-25 1,0-1,1-25,24 50,0-25,0 1,0-1,-25 25,0 0,25-25,-25 25,25-25,0 25,0 0,-25 0,25-25,-24 25,24-24,0-1,0 25,-25-25,25 25,0 0,-25 25,25 0,0-1,-25-24,25 25,0 0,0-25,0 25,0 0,0-1,-25-24,25 25,0 0,0 0,0-25,0 0,0 0,0 0,25-25,-25 0,25 25,-25-25,25-24,-25 24,25 0,-1-24,1 49,0-50,-25 25,25 0,0 25,-25-24,0-1,24 25,-24 0,25 0,-25 0,25 0,-25 0,0 25,0-25,0 24,25 1,-25 0,25-25,-25 25,0 0,25-1,-25-24,0 25,0 0,0-25,0 25,0 0,24-1,-24-24,0 25,0 0,0 0</inkml:trace>
  <inkml:trace contextRef="#ctx0" brushRef="#br0" timeOffset="123206.047">25801 14661,'0'0,"0"0,0 50,0-50,25 25,0-1,0 1,-25-25,0 25,25-25,-25 25,24-25,-24 0,25 0,-25 0,25 0,0-25,0 0,24-24,-24-1,25-24,-1 24,1-24,-25 24,-1-25,1 26,0-26,-25 26,25-1,0 1,-25-1,24 50,-24-25</inkml:trace>
  <inkml:trace contextRef="#ctx0" brushRef="#br0" timeOffset="124596.1265">27811 14959,'0'0,"0"0,0 25,0-1,25-24,-25 25,0 25,0-50,0 25,24 0,-24-1,25-24,-25 0,25 0,-25 25,0-25,25 0,0 0,-25 0,0 0,24-25,1 1,25-1,-50-25,49-24,-24 24,25-24,-25-1,24 26,1-26,-25 26,24-26,-24 26,-25 24,25 0,0 0,0 0,-25 25,0-25,24 25</inkml:trace>
  <inkml:trace contextRef="#ctx0" brushRef="#br0" timeOffset="130202.4471">20864 2357,'0'0,"0"-25,25 25,0 0,0 0,-25 0,49 0,-24 0,25 0,24 0,1 0,-26 25,51-25,-26 25,25-25,-24 24,-26-24,50 25,-24-25,-1 25,1-25,-26 25,26-25,-1 25,-24-25,-25 24,24-24,1 0,-50 0,49 0,-24 0,-25 0,0 0,0 0,0-24,-25 24,1 0,24 0,-25 0,-25-25,25 0,-24 0,-26-24,26 24,24 0,-25 25,1-25,24 0,25 25,0-25,-25 25,25-24,0 24,0 0,25 0,0 0,-25 0,25 0,24 24,-24 1,0 0,0-25,-1 25,1 25,0-26,0-24,-25 50,25-25,-25-25,0 25,0-1,0-24,0 25,-25 0,25 0,-25-25,25 0,0 0,0 25,-25-25,0 0,25 24,-24-24,24 25,0-25,-25 0,25 0,-25 0</inkml:trace>
  <inkml:trace contextRef="#ctx0" brushRef="#br0" timeOffset="131336.5121">21212 719,'0'0,"0"25,0 0,0 0,0-25,0 49,0-24,0 50,0-26,0 1,0-25,-25 24,25 1,0-50,0 50,-25-26,25-24,0 25,0 0,0-25,0 25</inkml:trace>
  <inkml:trace contextRef="#ctx0" brushRef="#br0" timeOffset="132705.5903">21733 819,'0'-25,"0"0,0 0,-25 25,25-25,-25 25,25-24,-25 24,0 0,25 0,-24 0,-1 0,0 0,25 0,-25 24,25-24,-25 25,25 0,0 0,0-25,0 49,0 1,0-25,0 0,0-1,0 1,0 0,0 0,25-25,-25 0,25 0,0 0,0 0,-25 0,0-25,24 0,1 0,0 1,-25-1,25 0,0 0,-1 0,-24 25,0-24,0 24,0 0,0 49,0 1,0-25,0 49,0 1,-24 24,24-50,-25 26,25-26,0 26,0-50,-25 24,25 1,0-50,0 25,0-1,0 1</inkml:trace>
  <inkml:trace contextRef="#ctx0" brushRef="#br0" timeOffset="133464.6338">21881 992</inkml:trace>
  <inkml:trace contextRef="#ctx0" brushRef="#br0" timeOffset="135031.7233">22154 719,'0'-24,"25"24,0 0,-25-25,0 25,25 0,0 0,-1 0,-24 0,25 0,0 0,-25 0,0 25,25-25,-25 0,0 24,0 1,0-25,0 25,0 0,0 24,-25-24,-25 50,1-1,-26-24,26-1,24 1,0-25,0 0,25-1,-24-24,24 25,0-25,0 25,0-25,0 25,24-25,-24 0,25 0,0 25,-25-25,25 0,0 0,-1 24,-24-24,50 0,-25 0,-25 0,25 0,-1 0,-24 0,25-24,-25 24,0-25,0-25,0 50,0-49,0 24,0 0,0 0,0 0,-25 25,25-24,-24-1,24 0,-25 25,0-25,0 0,25 25,0-25,0 1,0-1,0 25,0-25</inkml:trace>
  <inkml:trace contextRef="#ctx0" brushRef="#br0" timeOffset="136785.8236">22452 843,'25'0,"-25"0,25 0,-25 25,0 0,25-25,-1 25,-24 0,25-1,-25 26,0 0,0-50,0 25,0-1,0 1,0-25,0 25,0 0,0-25,0-25,0 25,0-25,0-24,25 24,-25-25,25 0,0 1,-1 24,-24 0,25-24,-25 49,0 0,0-25,25 25,-25 0,25 0,-25 25,0-1,0 1,0-25,0 25,0 0,0-25,0 25,0-25,25 0,-25-25,0 0,0 25,0-50,0 26,24-1,1 0,-25 0,25 0,-25 1,0-1,25 25,-25 0,0 25,0-25,0 49,0-24,0 25,0 24,0 0,0-49,0 50,0-50,0-1,0 1,0 0,0-25</inkml:trace>
  <inkml:trace contextRef="#ctx0" brushRef="#br0" timeOffset="137484.8636">23172 546,'0'0,"0"0,0 49,0 26,0-26,-25 51,25-26,-25 25,25 1,-25-26,25-24,-25-1,25 1,0-50,0 25</inkml:trace>
  <inkml:trace contextRef="#ctx0" brushRef="#br0" timeOffset="139504.9793">23668 744,'0'0,"0"0,-25 0,0 0,0 0,25 0,-25 0,1 0,-1 0,-25 0,25 25,1 0,-1 0,25-25,-25 24,25 1,0-25,0 25,0 0,0 0,0-1,0 1,0 0,0-25,0 25,0 0,25-25,-25 25,0-25,25 0,-1 0,1 0,-25 0,25 24,0-24,-25 25,0-25,0 0,25 25,-25 0,0 0,0-25,0 24,0 1,0-25,0 25,-25-25,0 0,0 0,0 0,1 0,24 0,-25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FC801-5E4C-4F89-AFFC-ECC40D59E9A4}" type="datetimeFigureOut">
              <a:rPr lang="en-US" smtClean="0"/>
              <a:t>13-May-20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2B649-B57B-4103-A649-77F22851B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5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82B649-B57B-4103-A649-77F22851B1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16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82B649-B57B-4103-A649-77F22851B1B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56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" y="2438401"/>
            <a:ext cx="11261329" cy="1052513"/>
            <a:chOff x="0" y="1536"/>
            <a:chExt cx="5675" cy="663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10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0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10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0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38250" y="1828800"/>
            <a:ext cx="97155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714500" y="3886200"/>
            <a:ext cx="8001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238250" y="6248400"/>
            <a:ext cx="238125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286250" y="6248400"/>
            <a:ext cx="36195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572500" y="6248400"/>
            <a:ext cx="238125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78671B9-5AF1-42B7-84B4-766A2B50264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066F71-0343-4F91-AC51-19437D1446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52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891" y="4406901"/>
            <a:ext cx="97155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891" y="2906713"/>
            <a:ext cx="97155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147AC8-9134-4AB1-A3EC-67BF1A4C3E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69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8360" y="2017713"/>
            <a:ext cx="4762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1360" y="2017713"/>
            <a:ext cx="4762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484E1-3942-4E21-9BD7-382A28771E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779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35113"/>
            <a:ext cx="50502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174875"/>
            <a:ext cx="50502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6282" y="1535113"/>
            <a:ext cx="50522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282" y="2174875"/>
            <a:ext cx="50522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17AFD8-8C3B-4255-B669-5374C9F94D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21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C814F-4809-4E45-80F6-35E669883D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08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9BCA4-90EC-460D-BFEF-36EE6D9DF5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547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1" y="273050"/>
            <a:ext cx="3760391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2" y="273051"/>
            <a:ext cx="638968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1" y="1435101"/>
            <a:ext cx="376039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ED8C0-3DC1-4CEB-B882-FFEEED6030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3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60" y="4800600"/>
            <a:ext cx="68580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40360" y="612775"/>
            <a:ext cx="6858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360" y="5367338"/>
            <a:ext cx="68580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AEC8FE-199E-40E4-BEFE-5230F941CE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23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579A6-C549-4CCC-AA4C-53F2185EA1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40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5062" y="617539"/>
            <a:ext cx="243879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8673" y="617539"/>
            <a:ext cx="7125890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1562F-E5F9-45AF-8E7A-E531577797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32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673" y="617538"/>
            <a:ext cx="9741296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78360" y="2017713"/>
            <a:ext cx="4762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431360" y="2017713"/>
            <a:ext cx="47625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3000" y="6324600"/>
            <a:ext cx="238125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324600"/>
            <a:ext cx="36195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7250" y="6324600"/>
            <a:ext cx="2381250" cy="457200"/>
          </a:xfrm>
        </p:spPr>
        <p:txBody>
          <a:bodyPr/>
          <a:lstStyle>
            <a:lvl1pPr>
              <a:defRPr/>
            </a:lvl1pPr>
          </a:lstStyle>
          <a:p>
            <a:fld id="{F0D47554-B3E3-4C5F-92FD-32EDDD4F95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896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673" y="617538"/>
            <a:ext cx="9741296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8360" y="2017713"/>
            <a:ext cx="97155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8360" y="4151313"/>
            <a:ext cx="97155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3000" y="6324600"/>
            <a:ext cx="238125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324600"/>
            <a:ext cx="36195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7250" y="6324600"/>
            <a:ext cx="2381250" cy="457200"/>
          </a:xfrm>
        </p:spPr>
        <p:txBody>
          <a:bodyPr/>
          <a:lstStyle>
            <a:lvl1pPr>
              <a:defRPr/>
            </a:lvl1pPr>
          </a:lstStyle>
          <a:p>
            <a:fld id="{C078A779-B021-43D2-A083-CC18019B9A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325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673" y="214314"/>
            <a:ext cx="9741296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78360" y="2017713"/>
            <a:ext cx="4762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1360" y="2017713"/>
            <a:ext cx="4762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52563" y="6243638"/>
            <a:ext cx="238125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Dr. Jie Zou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0" y="6243638"/>
            <a:ext cx="36195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PHY 1371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2688" y="6243638"/>
            <a:ext cx="2381250" cy="457200"/>
          </a:xfrm>
        </p:spPr>
        <p:txBody>
          <a:bodyPr/>
          <a:lstStyle>
            <a:lvl1pPr>
              <a:defRPr/>
            </a:lvl1pPr>
          </a:lstStyle>
          <a:p>
            <a:fld id="{5C49298D-CAC0-423E-9CA3-8AFB62CA54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706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ltGray">
          <a:xfrm>
            <a:off x="521891" y="1098551"/>
            <a:ext cx="547688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ltGray">
          <a:xfrm>
            <a:off x="1000126" y="1098551"/>
            <a:ext cx="41076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6" name="Rectangle 1028"/>
          <p:cNvSpPr>
            <a:spLocks noChangeArrowheads="1"/>
          </p:cNvSpPr>
          <p:nvPr/>
        </p:nvSpPr>
        <p:spPr bwMode="ltGray">
          <a:xfrm>
            <a:off x="676673" y="1520826"/>
            <a:ext cx="527844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7" name="Rectangle 1029"/>
          <p:cNvSpPr>
            <a:spLocks noChangeArrowheads="1"/>
          </p:cNvSpPr>
          <p:nvPr/>
        </p:nvSpPr>
        <p:spPr bwMode="ltGray">
          <a:xfrm>
            <a:off x="1139031" y="1520826"/>
            <a:ext cx="460375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8" name="Rectangle 1030"/>
          <p:cNvSpPr>
            <a:spLocks noChangeArrowheads="1"/>
          </p:cNvSpPr>
          <p:nvPr/>
        </p:nvSpPr>
        <p:spPr bwMode="ltGray">
          <a:xfrm>
            <a:off x="158750" y="1447801"/>
            <a:ext cx="700485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9" name="Rectangle 1031"/>
          <p:cNvSpPr>
            <a:spLocks noChangeArrowheads="1"/>
          </p:cNvSpPr>
          <p:nvPr/>
        </p:nvSpPr>
        <p:spPr bwMode="gray">
          <a:xfrm>
            <a:off x="952500" y="990601"/>
            <a:ext cx="3968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80" name="Rectangle 1032"/>
          <p:cNvSpPr>
            <a:spLocks noChangeArrowheads="1"/>
          </p:cNvSpPr>
          <p:nvPr/>
        </p:nvSpPr>
        <p:spPr bwMode="gray">
          <a:xfrm>
            <a:off x="553642" y="1781175"/>
            <a:ext cx="10283031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81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1438673" y="617538"/>
            <a:ext cx="974129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82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8360" y="2017713"/>
            <a:ext cx="97155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83" name="Rectangle 103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43000" y="6324600"/>
            <a:ext cx="238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3084" name="Rectangle 103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324600"/>
            <a:ext cx="361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85" name="Rectangle 103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77250" y="6324600"/>
            <a:ext cx="238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43CC44F-6383-4E82-B343-5D64EA3580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10" Type="http://schemas.openxmlformats.org/officeDocument/2006/relationships/image" Target="../media/image15.emf"/><Relationship Id="rId4" Type="http://schemas.openxmlformats.org/officeDocument/2006/relationships/oleObject" Target="../embeddings/oleObject1.bin"/><Relationship Id="rId9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customXml" Target="../ink/ink2.xml"/><Relationship Id="rId5" Type="http://schemas.openxmlformats.org/officeDocument/2006/relationships/image" Target="../media/image15.png"/><Relationship Id="rId4" Type="http://schemas.openxmlformats.org/officeDocument/2006/relationships/image" Target="../media/image1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emf"/><Relationship Id="rId5" Type="http://schemas.openxmlformats.org/officeDocument/2006/relationships/customXml" Target="../ink/ink4.xml"/><Relationship Id="rId4" Type="http://schemas.openxmlformats.org/officeDocument/2006/relationships/image" Target="../media/image2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6.bin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customXml" Target="../ink/ink7.xml"/><Relationship Id="rId4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customXml" Target="../ink/ink9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9.jpeg"/><Relationship Id="rId4" Type="http://schemas.openxmlformats.org/officeDocument/2006/relationships/image" Target="../media/image2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10.bin"/><Relationship Id="rId7" Type="http://schemas.openxmlformats.org/officeDocument/2006/relationships/customXml" Target="../ink/ink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0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emf"/><Relationship Id="rId5" Type="http://schemas.openxmlformats.org/officeDocument/2006/relationships/customXml" Target="../ink/ink11.xml"/><Relationship Id="rId4" Type="http://schemas.openxmlformats.org/officeDocument/2006/relationships/image" Target="../media/image3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33.jpe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51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47.png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0.w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6.png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57.jpe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60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6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5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66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7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8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5" descr="Nature &amp; 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2133599"/>
            <a:ext cx="11430000" cy="350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83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Chapter 16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Wave Motion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wave?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2133600"/>
            <a:ext cx="1095375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TW" b="0" dirty="0" smtClean="0">
                <a:solidFill>
                  <a:srgbClr val="00B050"/>
                </a:solidFill>
              </a:rPr>
              <a:t>Wave</a:t>
            </a:r>
            <a:r>
              <a:rPr lang="en-US" altLang="zh-TW" b="0" dirty="0" smtClean="0"/>
              <a:t>: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TW" b="0" dirty="0" smtClean="0"/>
              <a:t>Traveling disturbance that transport energy but not matter.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TW" sz="2800" dirty="0" smtClean="0"/>
              <a:t>Or</a:t>
            </a:r>
            <a:r>
              <a:rPr lang="en-US" altLang="zh-TW" sz="1600" dirty="0" smtClean="0"/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/>
              <a:t>A wave is a periodic disturbance traveling through </a:t>
            </a:r>
            <a:r>
              <a:rPr lang="en-US" dirty="0" smtClean="0"/>
              <a:t>a medium </a:t>
            </a:r>
            <a:r>
              <a:rPr lang="en-US" dirty="0"/>
              <a:t>that transport energy but not matter.</a:t>
            </a:r>
            <a:r>
              <a:rPr lang="en-US" sz="1600" dirty="0" smtClean="0"/>
              <a:t> </a:t>
            </a:r>
            <a:br>
              <a:rPr lang="en-US" sz="1600" dirty="0" smtClean="0"/>
            </a:br>
            <a:endParaRPr lang="zh-TW" altLang="en-US" sz="1600" b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5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Waves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17713"/>
            <a:ext cx="10584260" cy="4078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There are Three main types of waves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Mechanical waves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Some physical medium is being disturbed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The wave is the propagation of a disturbance through a medium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Electromagnetic waves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No medium required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Examples are light, radio waves, x-rays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Matter Waves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In quantum mechanics particles exhibit wave-like properties and visa versa.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Each particle has a wave associated with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Features of Waves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10058400" cy="4419600"/>
          </a:xfrm>
        </p:spPr>
        <p:txBody>
          <a:bodyPr/>
          <a:lstStyle/>
          <a:p>
            <a:r>
              <a:rPr lang="en-US" altLang="en-US" dirty="0"/>
              <a:t>In wave motion, energy is transferred over a distance</a:t>
            </a:r>
          </a:p>
          <a:p>
            <a:r>
              <a:rPr lang="en-US" altLang="en-US" dirty="0"/>
              <a:t>Matter is not transferred over a distance</a:t>
            </a:r>
          </a:p>
          <a:p>
            <a:r>
              <a:rPr lang="en-US" altLang="en-US" dirty="0"/>
              <a:t>All waves carry energy</a:t>
            </a:r>
          </a:p>
          <a:p>
            <a:pPr lvl="1"/>
            <a:r>
              <a:rPr lang="en-US" altLang="en-US" dirty="0"/>
              <a:t>The amount of energy and the mechanism responsible for the transport of the energy differ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Mechanical Wave Requirements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9715500" cy="4114800"/>
          </a:xfrm>
        </p:spPr>
        <p:txBody>
          <a:bodyPr/>
          <a:lstStyle/>
          <a:p>
            <a:r>
              <a:rPr lang="en-US" altLang="en-US" dirty="0"/>
              <a:t>Some source of disturbance</a:t>
            </a:r>
          </a:p>
          <a:p>
            <a:r>
              <a:rPr lang="en-US" altLang="en-US" dirty="0"/>
              <a:t>A medium that can be disturbed</a:t>
            </a:r>
          </a:p>
          <a:p>
            <a:r>
              <a:rPr lang="en-US" altLang="en-US" dirty="0"/>
              <a:t>Some physical mechanism through which elements of the medium can influence each 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Pulse on a Rope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2017712"/>
            <a:ext cx="6019800" cy="46116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wave is generated by a flick on one end of the rope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rope is under tension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A single bump is formed and travels along the rope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 bump is called a </a:t>
            </a:r>
            <a:r>
              <a:rPr lang="en-US" altLang="en-US" sz="2400" b="1" dirty="0"/>
              <a:t>pulse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800" dirty="0"/>
          </a:p>
        </p:txBody>
      </p:sp>
      <p:pic>
        <p:nvPicPr>
          <p:cNvPr id="7173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5424" y="1981200"/>
            <a:ext cx="4383264" cy="457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Pulse on a Rope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17712"/>
            <a:ext cx="10363200" cy="4154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rope is the medium through which the pulse travels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pulse has a definite height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pulse has a definite speed of propagation along the medium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 continuous flicking of the rope would produce a periodic disturbance which would form a wave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Transverse Wave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2017714"/>
            <a:ext cx="5943600" cy="4459286"/>
          </a:xfrm>
        </p:spPr>
        <p:txBody>
          <a:bodyPr/>
          <a:lstStyle/>
          <a:p>
            <a:r>
              <a:rPr lang="en-US" altLang="en-US" sz="2400" dirty="0"/>
              <a:t>A traveling wave or pulse that causes the elements of the disturbed medium to move perpendicular to the direction of propagation is called a </a:t>
            </a:r>
            <a:r>
              <a:rPr lang="en-US" altLang="en-US" sz="2400" b="1" dirty="0"/>
              <a:t>transverse wave</a:t>
            </a:r>
            <a:endParaRPr lang="en-US" altLang="en-US" sz="2400" dirty="0"/>
          </a:p>
          <a:p>
            <a:r>
              <a:rPr lang="en-US" altLang="en-US" sz="2400" dirty="0"/>
              <a:t>The particle motion is shown by the blue arrow</a:t>
            </a:r>
          </a:p>
          <a:p>
            <a:r>
              <a:rPr lang="en-US" altLang="en-US" sz="2400" dirty="0"/>
              <a:t>The direction of propagation is shown by the red arrow</a:t>
            </a:r>
          </a:p>
        </p:txBody>
      </p:sp>
      <p:pic>
        <p:nvPicPr>
          <p:cNvPr id="9221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5600" y="1905000"/>
            <a:ext cx="4635618" cy="48352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617538"/>
            <a:ext cx="9960769" cy="11350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travelling transverse </a:t>
            </a:r>
            <a:r>
              <a:rPr lang="en-US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wave</a:t>
            </a:r>
            <a:endParaRPr lang="en-US" dirty="0"/>
          </a:p>
        </p:txBody>
      </p:sp>
      <p:pic>
        <p:nvPicPr>
          <p:cNvPr id="56324" name="Picture 4" descr="http://www.physics.usyd.edu.au/teach_res/hsp/sp/mod31/m31_tw_files/image00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41" y="1981200"/>
            <a:ext cx="9214757" cy="469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93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Longitudinal Wave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4151312"/>
            <a:ext cx="11049000" cy="22494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 traveling wave or pulse that causes the elements of the disturbed medium to move parallel to the direction of propagation is called a </a:t>
            </a:r>
            <a:r>
              <a:rPr lang="en-US" altLang="en-US" sz="2400" b="1" dirty="0"/>
              <a:t>longitudinal wave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The displacement of the coils is parallel to the propagation</a:t>
            </a:r>
            <a:endParaRPr lang="en-US" altLang="en-US" sz="2400" b="1" i="1" dirty="0"/>
          </a:p>
        </p:txBody>
      </p:sp>
      <p:pic>
        <p:nvPicPr>
          <p:cNvPr id="10245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286001"/>
            <a:ext cx="11392469" cy="153202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Sound wave travelling through the air</a:t>
            </a:r>
            <a:endParaRPr lang="en-US" dirty="0"/>
          </a:p>
        </p:txBody>
      </p:sp>
      <p:pic>
        <p:nvPicPr>
          <p:cNvPr id="58370" name="Picture 2" descr="http://www.physics.usyd.edu.au/teach_res/hsp/sp/mod31/m31_tw_files/image013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0"/>
            <a:ext cx="975429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377" name="Picture 9" descr="Image result for image longitudinal wave"/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33684"/>
            <a:ext cx="8915400" cy="22088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90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 Waves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4495800"/>
            <a:ext cx="9715500" cy="1981200"/>
          </a:xfrm>
        </p:spPr>
        <p:txBody>
          <a:bodyPr/>
          <a:lstStyle/>
          <a:p>
            <a:r>
              <a:rPr lang="en-US" altLang="en-US" sz="2800" dirty="0"/>
              <a:t>Some waves exhibit a combination of transverse and longitudinal waves</a:t>
            </a:r>
          </a:p>
          <a:p>
            <a:r>
              <a:rPr lang="en-US" altLang="en-US" sz="2800" dirty="0"/>
              <a:t>Surface water waves are an example</a:t>
            </a:r>
          </a:p>
        </p:txBody>
      </p:sp>
      <p:pic>
        <p:nvPicPr>
          <p:cNvPr id="12293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2005894"/>
            <a:ext cx="7143749" cy="210890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Earthquake Waves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2"/>
            <a:ext cx="10660460" cy="4154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 smtClean="0"/>
              <a:t>P  </a:t>
            </a:r>
            <a:r>
              <a:rPr lang="en-US" altLang="en-US" sz="2800" dirty="0"/>
              <a:t>waves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“P” stands for primary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Fastest, at 7 – 8 km / 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 longitudinal waves that travel through the body of the Earth.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S </a:t>
            </a:r>
            <a:r>
              <a:rPr lang="en-US" altLang="en-US" sz="2800" dirty="0" smtClean="0"/>
              <a:t>waves</a:t>
            </a: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“S” stands for secondary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Slower, at 4 – 5 km/s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transverse waves that travel through the body of the Earth</a:t>
            </a:r>
            <a:r>
              <a:rPr lang="en-US" sz="24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 smtClean="0"/>
              <a:t>A </a:t>
            </a:r>
            <a:r>
              <a:rPr lang="en-US" altLang="en-US" sz="2800" dirty="0"/>
              <a:t>seismograph records the waves and allows determination of information about the earthquake’s place of origin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Earthquake Waves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2"/>
            <a:ext cx="10660460" cy="4154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 smtClean="0"/>
              <a:t>L  waves </a:t>
            </a:r>
            <a:r>
              <a:rPr lang="en-AU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(surface </a:t>
            </a:r>
            <a:r>
              <a:rPr lang="en-AU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waves) </a:t>
            </a:r>
            <a:endParaRPr lang="en-AU" sz="28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</a:pPr>
            <a:r>
              <a:rPr lang="en-AU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Travel </a:t>
            </a:r>
            <a:r>
              <a:rPr lang="en-AU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along the Earth’s surface. The motion is essentially elliptical (transverse + longitudinal). These waves are mainly responsible for the damage caused by earthquakes.</a:t>
            </a:r>
            <a:endParaRPr lang="en-US" altLang="en-US" sz="2800" dirty="0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467" y="3962400"/>
            <a:ext cx="75227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584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Traveling Pulse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017714"/>
            <a:ext cx="4762500" cy="4687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shape of the pulse at </a:t>
            </a:r>
            <a:r>
              <a:rPr lang="en-US" altLang="en-US" sz="2800" i="1" dirty="0"/>
              <a:t>t</a:t>
            </a:r>
            <a:r>
              <a:rPr lang="en-US" altLang="en-US" sz="2800" dirty="0"/>
              <a:t> = 0 is shown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shape can be represented by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 i="1" dirty="0"/>
              <a:t>	y </a:t>
            </a:r>
            <a:r>
              <a:rPr lang="en-US" altLang="en-US" sz="2800" dirty="0"/>
              <a:t>(</a:t>
            </a:r>
            <a:r>
              <a:rPr lang="en-US" altLang="en-US" sz="2800" i="1" dirty="0"/>
              <a:t>x</a:t>
            </a:r>
            <a:r>
              <a:rPr lang="en-US" altLang="en-US" sz="2800" dirty="0"/>
              <a:t>,0) = </a:t>
            </a:r>
            <a:r>
              <a:rPr lang="en-US" altLang="en-US" sz="2800" i="1" dirty="0"/>
              <a:t>f </a:t>
            </a:r>
            <a:r>
              <a:rPr lang="en-US" altLang="en-US" sz="2800" dirty="0"/>
              <a:t>(</a:t>
            </a:r>
            <a:r>
              <a:rPr lang="en-US" altLang="en-US" sz="2800" i="1" dirty="0"/>
              <a:t>x</a:t>
            </a:r>
            <a:r>
              <a:rPr lang="en-US" altLang="en-US" sz="28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This describes the transverse position </a:t>
            </a:r>
            <a:r>
              <a:rPr lang="en-US" altLang="en-US" sz="2400" i="1" dirty="0"/>
              <a:t>y</a:t>
            </a:r>
            <a:r>
              <a:rPr lang="en-US" altLang="en-US" sz="2400" dirty="0"/>
              <a:t> of the element of the string located at each value of </a:t>
            </a:r>
            <a:r>
              <a:rPr lang="en-US" altLang="en-US" sz="2400" i="1" dirty="0"/>
              <a:t>x</a:t>
            </a:r>
            <a:r>
              <a:rPr lang="en-US" altLang="en-US" sz="2400" dirty="0"/>
              <a:t> at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i="1" dirty="0"/>
              <a:t>	t</a:t>
            </a:r>
            <a:r>
              <a:rPr lang="en-US" altLang="en-US" sz="2400" dirty="0"/>
              <a:t> = 0</a:t>
            </a:r>
          </a:p>
        </p:txBody>
      </p:sp>
      <p:pic>
        <p:nvPicPr>
          <p:cNvPr id="15365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40157" y="1981200"/>
            <a:ext cx="561364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Traveling Pulse, 2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2057400"/>
            <a:ext cx="5334000" cy="4343400"/>
          </a:xfrm>
        </p:spPr>
        <p:txBody>
          <a:bodyPr/>
          <a:lstStyle/>
          <a:p>
            <a:r>
              <a:rPr lang="en-US" altLang="en-US" sz="2400"/>
              <a:t>The speed of the pulse is </a:t>
            </a:r>
            <a:r>
              <a:rPr lang="en-US" altLang="en-US" sz="2400" i="1"/>
              <a:t>v</a:t>
            </a:r>
          </a:p>
          <a:p>
            <a:r>
              <a:rPr lang="en-US" altLang="en-US" sz="2400"/>
              <a:t>At some time, </a:t>
            </a:r>
            <a:r>
              <a:rPr lang="en-US" altLang="en-US" sz="2400" i="1"/>
              <a:t>t</a:t>
            </a:r>
            <a:r>
              <a:rPr lang="en-US" altLang="en-US" sz="2400"/>
              <a:t>, the pulse has traveled a distance </a:t>
            </a:r>
            <a:r>
              <a:rPr lang="en-US" altLang="en-US" sz="2400" i="1"/>
              <a:t>vt</a:t>
            </a:r>
          </a:p>
          <a:p>
            <a:r>
              <a:rPr lang="en-US" altLang="en-US" sz="2400"/>
              <a:t>The shape of the pulse does not change</a:t>
            </a:r>
          </a:p>
          <a:p>
            <a:r>
              <a:rPr lang="en-US" altLang="en-US" sz="2400"/>
              <a:t>Its position is now </a:t>
            </a:r>
          </a:p>
          <a:p>
            <a:pPr>
              <a:buFont typeface="Wingdings" pitchFamily="2" charset="2"/>
              <a:buNone/>
            </a:pPr>
            <a:r>
              <a:rPr lang="en-US" altLang="en-US" sz="2400" i="1"/>
              <a:t>	y </a:t>
            </a:r>
            <a:r>
              <a:rPr lang="en-US" altLang="en-US" sz="2400"/>
              <a:t>= </a:t>
            </a:r>
            <a:r>
              <a:rPr lang="en-US" altLang="en-US" sz="2400" i="1"/>
              <a:t>f </a:t>
            </a:r>
            <a:r>
              <a:rPr lang="en-US" altLang="en-US" sz="2400"/>
              <a:t>(</a:t>
            </a:r>
            <a:r>
              <a:rPr lang="en-US" altLang="en-US" sz="2400" i="1"/>
              <a:t>x</a:t>
            </a:r>
            <a:r>
              <a:rPr lang="en-US" altLang="en-US" sz="2400"/>
              <a:t> – </a:t>
            </a:r>
            <a:r>
              <a:rPr lang="en-US" altLang="en-US" sz="2400" i="1"/>
              <a:t>vt</a:t>
            </a:r>
            <a:r>
              <a:rPr lang="en-US" altLang="en-US" sz="2400"/>
              <a:t>)</a:t>
            </a:r>
          </a:p>
        </p:txBody>
      </p:sp>
      <p:pic>
        <p:nvPicPr>
          <p:cNvPr id="16389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19587" y="2133600"/>
            <a:ext cx="5294966" cy="3962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Traveling Pulse, 3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97155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For a pulse traveling to the right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y</a:t>
            </a:r>
            <a:r>
              <a:rPr lang="en-US" altLang="en-US" sz="2400" dirty="0"/>
              <a:t> (</a:t>
            </a:r>
            <a:r>
              <a:rPr lang="en-US" altLang="en-US" sz="2400" i="1" dirty="0"/>
              <a:t>x</a:t>
            </a:r>
            <a:r>
              <a:rPr lang="en-US" altLang="en-US" sz="2400" dirty="0"/>
              <a:t>, </a:t>
            </a:r>
            <a:r>
              <a:rPr lang="en-US" altLang="en-US" sz="2400" i="1" dirty="0"/>
              <a:t>t</a:t>
            </a:r>
            <a:r>
              <a:rPr lang="en-US" altLang="en-US" sz="2400" dirty="0"/>
              <a:t>) = </a:t>
            </a:r>
            <a:r>
              <a:rPr lang="en-US" altLang="en-US" sz="2400" i="1" dirty="0"/>
              <a:t>f</a:t>
            </a:r>
            <a:r>
              <a:rPr lang="en-US" altLang="en-US" sz="2400" dirty="0"/>
              <a:t> (</a:t>
            </a:r>
            <a:r>
              <a:rPr lang="en-US" altLang="en-US" sz="2400" i="1" dirty="0"/>
              <a:t>x</a:t>
            </a:r>
            <a:r>
              <a:rPr lang="en-US" altLang="en-US" sz="2400" dirty="0"/>
              <a:t> – </a:t>
            </a:r>
            <a:r>
              <a:rPr lang="en-US" altLang="en-US" sz="2400" i="1" dirty="0" err="1"/>
              <a:t>vt</a:t>
            </a:r>
            <a:r>
              <a:rPr lang="en-US" altLang="en-US" sz="24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For a pulse traveling to the left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y</a:t>
            </a:r>
            <a:r>
              <a:rPr lang="en-US" altLang="en-US" sz="2400" dirty="0"/>
              <a:t> (</a:t>
            </a:r>
            <a:r>
              <a:rPr lang="en-US" altLang="en-US" sz="2400" i="1" dirty="0"/>
              <a:t>x</a:t>
            </a:r>
            <a:r>
              <a:rPr lang="en-US" altLang="en-US" sz="2400" dirty="0"/>
              <a:t>, </a:t>
            </a:r>
            <a:r>
              <a:rPr lang="en-US" altLang="en-US" sz="2400" i="1" dirty="0"/>
              <a:t>t</a:t>
            </a:r>
            <a:r>
              <a:rPr lang="en-US" altLang="en-US" sz="2400" dirty="0"/>
              <a:t>) = </a:t>
            </a:r>
            <a:r>
              <a:rPr lang="en-US" altLang="en-US" sz="2400" i="1" dirty="0"/>
              <a:t>f</a:t>
            </a:r>
            <a:r>
              <a:rPr lang="en-US" altLang="en-US" sz="2400" dirty="0"/>
              <a:t> (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</a:t>
            </a:r>
            <a:r>
              <a:rPr lang="en-US" altLang="en-US" sz="2400" i="1" dirty="0" err="1"/>
              <a:t>vt</a:t>
            </a:r>
            <a:r>
              <a:rPr lang="en-US" altLang="en-US" sz="24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function </a:t>
            </a:r>
            <a:r>
              <a:rPr lang="en-US" altLang="en-US" sz="2800" i="1" dirty="0"/>
              <a:t>y</a:t>
            </a:r>
            <a:r>
              <a:rPr lang="en-US" altLang="en-US" sz="2800" dirty="0"/>
              <a:t> is also called the </a:t>
            </a:r>
            <a:r>
              <a:rPr lang="en-US" altLang="en-US" sz="2800" b="1" dirty="0"/>
              <a:t>wave function</a:t>
            </a:r>
            <a:r>
              <a:rPr lang="en-US" altLang="en-US" sz="2800" dirty="0"/>
              <a:t>: </a:t>
            </a:r>
            <a:r>
              <a:rPr lang="en-US" altLang="en-US" sz="2800" i="1" dirty="0"/>
              <a:t>y </a:t>
            </a:r>
            <a:r>
              <a:rPr lang="en-US" altLang="en-US" sz="2800" dirty="0"/>
              <a:t>(</a:t>
            </a:r>
            <a:r>
              <a:rPr lang="en-US" altLang="en-US" sz="2800" i="1" dirty="0"/>
              <a:t>x</a:t>
            </a:r>
            <a:r>
              <a:rPr lang="en-US" altLang="en-US" sz="2800" dirty="0"/>
              <a:t>, </a:t>
            </a:r>
            <a:r>
              <a:rPr lang="en-US" altLang="en-US" sz="2800" i="1" dirty="0"/>
              <a:t>t</a:t>
            </a:r>
            <a:r>
              <a:rPr lang="en-US" altLang="en-US" sz="28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wave function represents the </a:t>
            </a:r>
            <a:r>
              <a:rPr lang="en-US" altLang="en-US" sz="2800" i="1" dirty="0"/>
              <a:t>y</a:t>
            </a:r>
            <a:r>
              <a:rPr lang="en-US" altLang="en-US" sz="2800" dirty="0"/>
              <a:t> coordinate of any element located at position </a:t>
            </a:r>
            <a:r>
              <a:rPr lang="en-US" altLang="en-US" sz="2800" i="1" dirty="0"/>
              <a:t>x</a:t>
            </a:r>
            <a:r>
              <a:rPr lang="en-US" altLang="en-US" sz="2800" dirty="0"/>
              <a:t> at any time </a:t>
            </a:r>
            <a:r>
              <a:rPr lang="en-US" altLang="en-US" sz="2800" i="1" dirty="0"/>
              <a:t>t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 </a:t>
            </a:r>
            <a:r>
              <a:rPr lang="en-US" altLang="en-US" sz="2400" i="1" dirty="0"/>
              <a:t>y</a:t>
            </a:r>
            <a:r>
              <a:rPr lang="en-US" altLang="en-US" sz="2400" dirty="0"/>
              <a:t> coordinate is the transverse position</a:t>
            </a:r>
          </a:p>
          <a:p>
            <a:pPr lvl="1"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Traveling Pulse, final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17713"/>
            <a:ext cx="9715500" cy="4114800"/>
          </a:xfrm>
        </p:spPr>
        <p:txBody>
          <a:bodyPr/>
          <a:lstStyle/>
          <a:p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dirty="0"/>
              <a:t> is fixed then the wave function is called the </a:t>
            </a:r>
            <a:r>
              <a:rPr lang="en-US" altLang="en-US" b="1" dirty="0"/>
              <a:t>waveform</a:t>
            </a:r>
            <a:endParaRPr lang="en-US" altLang="en-US" dirty="0"/>
          </a:p>
          <a:p>
            <a:pPr lvl="1"/>
            <a:r>
              <a:rPr lang="en-US" altLang="en-US" dirty="0"/>
              <a:t>It defines a curve representing the actual geometric shape of the pulse at that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/>
              <a:t>Applied PHY </a:t>
            </a:r>
            <a:endParaRPr lang="en-US" alt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9F07-708F-41F7-8E95-8B3D6F88D5BE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16.1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2017713"/>
            <a:ext cx="6019801" cy="4687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A wave pulse moving to the right along the x axis is represented by the wave function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en-US" sz="2400" dirty="0"/>
              <a:t>    where x and y are measured in cm and t is in seconds.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Plot the wave function at t = 0, t = 1.0 s, and t = 2.0 s.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Find the speed of the wave pulse.</a:t>
            </a:r>
          </a:p>
          <a:p>
            <a:endParaRPr lang="en-US" altLang="en-US" sz="2400" dirty="0"/>
          </a:p>
        </p:txBody>
      </p:sp>
      <p:graphicFrame>
        <p:nvGraphicFramePr>
          <p:cNvPr id="337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4015758"/>
              </p:ext>
            </p:extLst>
          </p:nvPr>
        </p:nvGraphicFramePr>
        <p:xfrm>
          <a:off x="2819400" y="3124200"/>
          <a:ext cx="278804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9" name="Equation" r:id="rId4" imgW="1384200" imgH="431640" progId="Equation.3">
                  <p:embed/>
                </p:oleObj>
              </mc:Choice>
              <mc:Fallback>
                <p:oleObj name="Equation" r:id="rId4" imgW="1384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24200"/>
                        <a:ext cx="278804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594" y="39688"/>
            <a:ext cx="5226844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2273300"/>
            <a:ext cx="5310188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657" y="4316414"/>
            <a:ext cx="5322094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2045160" y="80280"/>
              <a:ext cx="7904520" cy="6251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35800" y="70920"/>
                <a:ext cx="7923240" cy="627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654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Dr. Jie Zou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PHY 1371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9F07-708F-41F7-8E95-8B3D6F88D5B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16.1</a:t>
            </a:r>
          </a:p>
        </p:txBody>
      </p:sp>
      <p:graphicFrame>
        <p:nvGraphicFramePr>
          <p:cNvPr id="337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51510313"/>
              </p:ext>
            </p:extLst>
          </p:nvPr>
        </p:nvGraphicFramePr>
        <p:xfrm>
          <a:off x="7267177" y="838200"/>
          <a:ext cx="278804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2" name="Equation" r:id="rId3" imgW="1384200" imgH="431640" progId="Equation.3">
                  <p:embed/>
                </p:oleObj>
              </mc:Choice>
              <mc:Fallback>
                <p:oleObj name="Equation" r:id="rId3" imgW="1384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177" y="838200"/>
                        <a:ext cx="278804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" y="2481618"/>
            <a:ext cx="11122025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3143880" y="71280"/>
              <a:ext cx="7502400" cy="6073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4520" y="61920"/>
                <a:ext cx="7521120" cy="609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43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Waves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2017712"/>
            <a:ext cx="5936060" cy="4306888"/>
          </a:xfrm>
        </p:spPr>
        <p:txBody>
          <a:bodyPr/>
          <a:lstStyle/>
          <a:p>
            <a:r>
              <a:rPr lang="en-US" altLang="en-US" sz="2800" dirty="0"/>
              <a:t>The wave represented by the curve shown is a </a:t>
            </a:r>
            <a:r>
              <a:rPr lang="en-US" altLang="en-US" sz="2800" b="1" dirty="0"/>
              <a:t>sinusoidal wave</a:t>
            </a:r>
          </a:p>
          <a:p>
            <a:r>
              <a:rPr lang="en-US" altLang="en-US" sz="2800" dirty="0"/>
              <a:t>It is the same curve as sin </a:t>
            </a:r>
            <a:r>
              <a:rPr lang="en-US" altLang="en-US" sz="2800" i="1" dirty="0">
                <a:latin typeface="Symbol" pitchFamily="18" charset="2"/>
              </a:rPr>
              <a:t>q</a:t>
            </a:r>
            <a:r>
              <a:rPr lang="en-US" altLang="en-US" sz="2800" dirty="0"/>
              <a:t> plotted against </a:t>
            </a:r>
            <a:r>
              <a:rPr lang="en-US" altLang="en-US" sz="2800" i="1" dirty="0">
                <a:latin typeface="Symbol" pitchFamily="18" charset="2"/>
              </a:rPr>
              <a:t>q</a:t>
            </a:r>
            <a:endParaRPr lang="en-US" altLang="en-US" sz="2800" i="1" dirty="0"/>
          </a:p>
          <a:p>
            <a:r>
              <a:rPr lang="en-US" altLang="en-US" sz="2800" dirty="0"/>
              <a:t>This is the simplest example of a periodic continuous wave</a:t>
            </a:r>
          </a:p>
          <a:p>
            <a:pPr lvl="1"/>
            <a:r>
              <a:rPr lang="en-US" altLang="en-US" sz="2400" dirty="0"/>
              <a:t>It can be used to build more complex waves</a:t>
            </a:r>
          </a:p>
        </p:txBody>
      </p:sp>
      <p:pic>
        <p:nvPicPr>
          <p:cNvPr id="19461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333626"/>
            <a:ext cx="4762500" cy="3482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127280" y="2973960"/>
              <a:ext cx="1947240" cy="572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7920" y="2964600"/>
                <a:ext cx="1965960" cy="59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Waves, cont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3"/>
            <a:ext cx="10210800" cy="40782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wave moves toward the right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In the previous example, the brown wave represents the initial position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As the wave moves toward the right, it will eventually be at the position of the blue curve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Each element moves up and down in simple harmonic motion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Distinguish between the motion of the wave and the motion of the particles of the medium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Terminology: Amplitude and Wavelength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2017712"/>
            <a:ext cx="6553200" cy="4306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b="1" dirty="0"/>
              <a:t>crest</a:t>
            </a:r>
            <a:r>
              <a:rPr lang="en-US" altLang="en-US" sz="2800" dirty="0"/>
              <a:t> of the wave is the location of the maximum displacement of the element from its normal position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This distance is called the </a:t>
            </a:r>
            <a:r>
              <a:rPr lang="en-US" altLang="en-US" sz="2400" b="1" dirty="0"/>
              <a:t>amplitude</a:t>
            </a:r>
            <a:r>
              <a:rPr lang="en-US" altLang="en-US" sz="2400" dirty="0"/>
              <a:t>, </a:t>
            </a:r>
            <a:r>
              <a:rPr lang="en-US" altLang="en-US" sz="2400" i="1" dirty="0"/>
              <a:t>A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b="1" dirty="0"/>
              <a:t>wavelength</a:t>
            </a:r>
            <a:r>
              <a:rPr lang="en-US" altLang="en-US" sz="2800" dirty="0"/>
              <a:t>, </a:t>
            </a:r>
            <a:r>
              <a:rPr lang="en-US" altLang="en-US" sz="2800" i="1" dirty="0">
                <a:latin typeface="Symbol" pitchFamily="18" charset="2"/>
              </a:rPr>
              <a:t>l</a:t>
            </a:r>
            <a:r>
              <a:rPr lang="en-US" altLang="en-US" sz="2800" dirty="0"/>
              <a:t>, is the distance from one crest to the next</a:t>
            </a:r>
          </a:p>
        </p:txBody>
      </p:sp>
      <p:pic>
        <p:nvPicPr>
          <p:cNvPr id="22533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96200" y="1905000"/>
            <a:ext cx="3351610" cy="479634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Terminology: Wavelength and Period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17712"/>
            <a:ext cx="10363200" cy="4154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More generally, the </a:t>
            </a:r>
            <a:r>
              <a:rPr lang="en-US" altLang="en-US" b="1" dirty="0"/>
              <a:t>wavelength</a:t>
            </a:r>
            <a:r>
              <a:rPr lang="en-US" altLang="en-US" dirty="0"/>
              <a:t> is the minimum distance between any two identical points on adjacent waves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b="1" dirty="0"/>
              <a:t>period</a:t>
            </a:r>
            <a:r>
              <a:rPr lang="en-US" altLang="en-US" i="1" dirty="0"/>
              <a:t>,</a:t>
            </a:r>
            <a:r>
              <a:rPr lang="en-US" altLang="en-US" b="1" i="1" dirty="0"/>
              <a:t> </a:t>
            </a:r>
            <a:r>
              <a:rPr lang="en-US" altLang="en-US" i="1" dirty="0"/>
              <a:t>T ,</a:t>
            </a:r>
            <a:r>
              <a:rPr lang="en-US" altLang="en-US" dirty="0"/>
              <a:t> is the time interval required for two identical points of adjacent waves to pass by a point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period of the wave is the same as the period of the simple harmonic oscillation of one element of the medium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Terminology: Frequency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17713"/>
            <a:ext cx="9715500" cy="4114800"/>
          </a:xfrm>
        </p:spPr>
        <p:txBody>
          <a:bodyPr/>
          <a:lstStyle/>
          <a:p>
            <a:r>
              <a:rPr lang="en-US" altLang="en-US"/>
              <a:t>The </a:t>
            </a:r>
            <a:r>
              <a:rPr lang="en-US" altLang="en-US" b="1"/>
              <a:t>frequency</a:t>
            </a:r>
            <a:r>
              <a:rPr lang="en-US" altLang="en-US"/>
              <a:t>, ƒ, is the number of crests (or any point on the wave) that pass a given point in a unit time interval</a:t>
            </a:r>
          </a:p>
          <a:p>
            <a:pPr lvl="1"/>
            <a:r>
              <a:rPr lang="en-US" altLang="en-US"/>
              <a:t>The time interval is most commonly the second</a:t>
            </a:r>
          </a:p>
          <a:p>
            <a:pPr lvl="1"/>
            <a:r>
              <a:rPr lang="en-US" altLang="en-US"/>
              <a:t>The frequency of the wave is the same as the frequency of the simple harmonic motion of one element of the medium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Terminology: Frequency, cont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3"/>
            <a:ext cx="9715500" cy="4114800"/>
          </a:xfrm>
        </p:spPr>
        <p:txBody>
          <a:bodyPr/>
          <a:lstStyle/>
          <a:p>
            <a:r>
              <a:rPr lang="en-US" altLang="en-US" dirty="0"/>
              <a:t>The frequency and the period are related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When the time interval is the second, the units of frequency are s</a:t>
            </a:r>
            <a:r>
              <a:rPr lang="en-US" altLang="en-US" baseline="30000" dirty="0"/>
              <a:t>-1</a:t>
            </a:r>
            <a:r>
              <a:rPr lang="en-US" altLang="en-US" dirty="0"/>
              <a:t> = Hz</a:t>
            </a:r>
          </a:p>
          <a:p>
            <a:pPr lvl="1"/>
            <a:r>
              <a:rPr lang="en-US" altLang="en-US" dirty="0"/>
              <a:t>Hz is a hertz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879993"/>
              </p:ext>
            </p:extLst>
          </p:nvPr>
        </p:nvGraphicFramePr>
        <p:xfrm>
          <a:off x="2446735" y="2590800"/>
          <a:ext cx="126801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3" imgW="406080" imgH="393480" progId="Equation.DSMT4">
                  <p:embed/>
                </p:oleObj>
              </mc:Choice>
              <mc:Fallback>
                <p:oleObj name="Equation" r:id="rId3" imgW="40608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735" y="2590800"/>
                        <a:ext cx="126801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Terminology, Example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133600"/>
            <a:ext cx="5288360" cy="4114800"/>
          </a:xfrm>
        </p:spPr>
        <p:txBody>
          <a:bodyPr/>
          <a:lstStyle/>
          <a:p>
            <a:r>
              <a:rPr lang="en-US" altLang="en-US" sz="2800" dirty="0"/>
              <a:t>The wavelength, </a:t>
            </a:r>
            <a:r>
              <a:rPr lang="en-US" altLang="en-US" sz="2800" i="1" dirty="0">
                <a:latin typeface="Symbol" pitchFamily="18" charset="2"/>
              </a:rPr>
              <a:t>l</a:t>
            </a:r>
            <a:r>
              <a:rPr lang="en-US" altLang="en-US" sz="2800" dirty="0"/>
              <a:t>, is 40.0 cm</a:t>
            </a:r>
          </a:p>
          <a:p>
            <a:r>
              <a:rPr lang="en-US" altLang="en-US" sz="2800" dirty="0"/>
              <a:t>The amplitude,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is 15.0 cm</a:t>
            </a:r>
          </a:p>
          <a:p>
            <a:r>
              <a:rPr lang="en-US" altLang="en-US" sz="2800" dirty="0">
                <a:solidFill>
                  <a:srgbClr val="000000"/>
                </a:solidFill>
              </a:rPr>
              <a:t>The wave function can be written in the form </a:t>
            </a:r>
            <a:endParaRPr lang="en-US" altLang="en-US" sz="2800" dirty="0" smtClean="0">
              <a:solidFill>
                <a:srgbClr val="000000"/>
              </a:solidFill>
            </a:endParaRPr>
          </a:p>
          <a:p>
            <a:r>
              <a:rPr lang="en-US" altLang="en-US" sz="2800" i="1" dirty="0" smtClean="0">
                <a:solidFill>
                  <a:srgbClr val="000000"/>
                </a:solidFill>
              </a:rPr>
              <a:t>y</a:t>
            </a:r>
            <a:r>
              <a:rPr lang="en-US" altLang="en-US" sz="2800" dirty="0" smtClean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= </a:t>
            </a:r>
            <a:r>
              <a:rPr lang="en-US" altLang="en-US" sz="2800" i="1" dirty="0">
                <a:solidFill>
                  <a:srgbClr val="000000"/>
                </a:solidFill>
              </a:rPr>
              <a:t>A</a:t>
            </a:r>
            <a:r>
              <a:rPr lang="en-US" altLang="en-US" sz="2800" dirty="0">
                <a:solidFill>
                  <a:srgbClr val="000000"/>
                </a:solidFill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</a:rPr>
              <a:t>cos</a:t>
            </a:r>
            <a:r>
              <a:rPr lang="en-US" altLang="en-US" sz="2800" dirty="0">
                <a:solidFill>
                  <a:srgbClr val="000000"/>
                </a:solidFill>
              </a:rPr>
              <a:t>(</a:t>
            </a:r>
            <a:r>
              <a:rPr lang="en-US" altLang="en-US" sz="2800" i="1" dirty="0" err="1">
                <a:solidFill>
                  <a:srgbClr val="000000"/>
                </a:solidFill>
              </a:rPr>
              <a:t>kx</a:t>
            </a:r>
            <a:r>
              <a:rPr lang="en-US" altLang="en-US" sz="2800" dirty="0">
                <a:solidFill>
                  <a:srgbClr val="000000"/>
                </a:solidFill>
              </a:rPr>
              <a:t> – </a:t>
            </a:r>
            <a:r>
              <a:rPr lang="en-US" altLang="en-US" sz="2800" i="1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</a:t>
            </a:r>
            <a:r>
              <a:rPr lang="en-US" altLang="en-US" sz="2800" i="1" dirty="0">
                <a:solidFill>
                  <a:srgbClr val="000000"/>
                </a:solidFill>
              </a:rPr>
              <a:t>t</a:t>
            </a:r>
            <a:r>
              <a:rPr lang="en-US" altLang="en-US" sz="2800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4037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659063"/>
            <a:ext cx="4762500" cy="2830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Speed of Waves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Waves travel with a specific speed</a:t>
            </a:r>
          </a:p>
          <a:p>
            <a:pPr lvl="1"/>
            <a:r>
              <a:rPr lang="en-US" altLang="en-US" sz="2400"/>
              <a:t>The speed depends on the properties of the medium being disturbed</a:t>
            </a:r>
          </a:p>
          <a:p>
            <a:r>
              <a:rPr lang="en-US" altLang="en-US" sz="2800"/>
              <a:t>The wave function is given by</a:t>
            </a:r>
          </a:p>
          <a:p>
            <a:endParaRPr lang="en-US" altLang="en-US" sz="2800"/>
          </a:p>
          <a:p>
            <a:endParaRPr lang="en-US" altLang="en-US" sz="2800"/>
          </a:p>
          <a:p>
            <a:pPr lvl="1"/>
            <a:r>
              <a:rPr lang="en-US" altLang="en-US" sz="2400"/>
              <a:t>This is for a wave moving to the right</a:t>
            </a:r>
          </a:p>
          <a:p>
            <a:pPr lvl="1"/>
            <a:r>
              <a:rPr lang="en-US" altLang="en-US" sz="2400"/>
              <a:t>For a wave moving to the left, replace </a:t>
            </a:r>
            <a:r>
              <a:rPr lang="en-US" altLang="en-US" sz="2400" i="1"/>
              <a:t>x</a:t>
            </a:r>
            <a:r>
              <a:rPr lang="en-US" altLang="en-US" sz="2400"/>
              <a:t> – </a:t>
            </a:r>
            <a:r>
              <a:rPr lang="en-US" altLang="en-US" sz="2400" i="1"/>
              <a:t>vt </a:t>
            </a:r>
            <a:r>
              <a:rPr lang="en-US" altLang="en-US" sz="2400"/>
              <a:t>with </a:t>
            </a:r>
            <a:r>
              <a:rPr lang="en-US" altLang="en-US" sz="2400" i="1"/>
              <a:t>x</a:t>
            </a:r>
            <a:r>
              <a:rPr lang="en-US" altLang="en-US" sz="2400"/>
              <a:t> + </a:t>
            </a:r>
            <a:r>
              <a:rPr lang="en-US" altLang="en-US" sz="2400" i="1"/>
              <a:t>vt 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190750" y="3884613"/>
          <a:ext cx="44767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Equation" r:id="rId3" imgW="1714320" imgH="431640" progId="Equation.DSMT4">
                  <p:embed/>
                </p:oleObj>
              </mc:Choice>
              <mc:Fallback>
                <p:oleObj name="Equation" r:id="rId3" imgW="171432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3884613"/>
                        <a:ext cx="44767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688560" y="3992040"/>
              <a:ext cx="3439080" cy="759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9200" y="3982680"/>
                <a:ext cx="3457800" cy="77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Wave Function, Another Form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0" y="2017713"/>
            <a:ext cx="9860360" cy="4114800"/>
          </a:xfrm>
        </p:spPr>
        <p:txBody>
          <a:bodyPr/>
          <a:lstStyle/>
          <a:p>
            <a:r>
              <a:rPr lang="en-US" altLang="en-US"/>
              <a:t>Since speed is distance divided by time, </a:t>
            </a:r>
            <a:r>
              <a:rPr lang="en-US" altLang="en-US" i="1"/>
              <a:t>v</a:t>
            </a:r>
            <a:r>
              <a:rPr lang="en-US" altLang="en-US"/>
              <a:t> = </a:t>
            </a:r>
            <a:r>
              <a:rPr lang="en-US" altLang="en-US" i="1">
                <a:latin typeface="Symbol" pitchFamily="18" charset="2"/>
              </a:rPr>
              <a:t>l</a:t>
            </a:r>
            <a:r>
              <a:rPr lang="en-US" altLang="en-US"/>
              <a:t> / </a:t>
            </a:r>
            <a:r>
              <a:rPr lang="en-US" altLang="en-US" i="1"/>
              <a:t>T</a:t>
            </a:r>
          </a:p>
          <a:p>
            <a:r>
              <a:rPr lang="en-US" altLang="en-US"/>
              <a:t>The wave function can then be expressed as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This form shows the </a:t>
            </a:r>
            <a:r>
              <a:rPr lang="en-US" altLang="en-US" i="1"/>
              <a:t>periodic</a:t>
            </a:r>
            <a:r>
              <a:rPr lang="en-US" altLang="en-US"/>
              <a:t> nature of </a:t>
            </a:r>
            <a:r>
              <a:rPr lang="en-US" altLang="en-US" i="1"/>
              <a:t>y</a:t>
            </a:r>
          </a:p>
          <a:p>
            <a:endParaRPr lang="en-US" altLang="en-US"/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348010"/>
              </p:ext>
            </p:extLst>
          </p:nvPr>
        </p:nvGraphicFramePr>
        <p:xfrm>
          <a:off x="3048001" y="3276600"/>
          <a:ext cx="4585891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3" imgW="1765080" imgH="457200" progId="Equation.DSMT4">
                  <p:embed/>
                </p:oleObj>
              </mc:Choice>
              <mc:Fallback>
                <p:oleObj name="Equation" r:id="rId3" imgW="176508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3276600"/>
                        <a:ext cx="4585891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Wave Equations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 can also define the angular wave number (or just wave number), </a:t>
            </a:r>
            <a:r>
              <a:rPr lang="en-US" altLang="en-US" i="1"/>
              <a:t>k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The angular frequency can also be defined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476500" y="3141663"/>
          <a:ext cx="14287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Equation" r:id="rId3" imgW="482400" imgH="393480" progId="Equation.DSMT4">
                  <p:embed/>
                </p:oleObj>
              </mc:Choice>
              <mc:Fallback>
                <p:oleObj name="Equation" r:id="rId3" imgW="48240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141663"/>
                        <a:ext cx="142875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2381250" y="5410201"/>
          <a:ext cx="1422798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Equation" r:id="rId5" imgW="507960" imgH="393480" progId="Equation.DSMT4">
                  <p:embed/>
                </p:oleObj>
              </mc:Choice>
              <mc:Fallback>
                <p:oleObj name="Equation" r:id="rId5" imgW="50796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5410201"/>
                        <a:ext cx="1422798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3992400" y="3215160"/>
              <a:ext cx="902160" cy="2795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83040" y="3205800"/>
                <a:ext cx="920880" cy="281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Wave Equations, cont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2017713"/>
            <a:ext cx="11277600" cy="4230687"/>
          </a:xfrm>
        </p:spPr>
        <p:txBody>
          <a:bodyPr/>
          <a:lstStyle/>
          <a:p>
            <a:r>
              <a:rPr lang="en-US" altLang="en-US" dirty="0"/>
              <a:t>The wave function can be expressed as 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/>
              <a:t>A</a:t>
            </a:r>
            <a:r>
              <a:rPr lang="en-US" altLang="en-US" dirty="0"/>
              <a:t> sin (</a:t>
            </a:r>
            <a:r>
              <a:rPr lang="en-US" altLang="en-US" i="1" dirty="0"/>
              <a:t>k x</a:t>
            </a:r>
            <a:r>
              <a:rPr lang="en-US" altLang="en-US" dirty="0"/>
              <a:t> – </a:t>
            </a:r>
            <a:r>
              <a:rPr lang="en-US" altLang="en-US" i="1" dirty="0" err="1">
                <a:latin typeface="Symbol" pitchFamily="18" charset="2"/>
              </a:rPr>
              <a:t>w</a:t>
            </a:r>
            <a:r>
              <a:rPr lang="en-US" altLang="en-US" i="1" dirty="0" err="1"/>
              <a:t>t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The speed of the wave becomes </a:t>
            </a:r>
            <a:r>
              <a:rPr lang="en-US" altLang="en-US" i="1" dirty="0"/>
              <a:t>v</a:t>
            </a:r>
            <a:r>
              <a:rPr lang="en-US" altLang="en-US" dirty="0"/>
              <a:t> = </a:t>
            </a:r>
            <a:r>
              <a:rPr lang="en-US" altLang="en-US" i="1" dirty="0" err="1">
                <a:latin typeface="Symbol" pitchFamily="18" charset="2"/>
              </a:rPr>
              <a:t>l</a:t>
            </a:r>
            <a:r>
              <a:rPr lang="en-US" altLang="en-US" i="1" dirty="0" err="1"/>
              <a:t>ƒ</a:t>
            </a:r>
            <a:endParaRPr lang="en-US" altLang="en-US" i="1" dirty="0"/>
          </a:p>
          <a:p>
            <a:r>
              <a:rPr lang="en-US" altLang="en-US" dirty="0"/>
              <a:t>If </a:t>
            </a:r>
            <a:r>
              <a:rPr lang="en-US" altLang="en-US" i="1" dirty="0"/>
              <a:t>x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¹ 0 </a:t>
            </a:r>
            <a:r>
              <a:rPr lang="en-US" altLang="en-US" dirty="0"/>
              <a:t>at </a:t>
            </a:r>
            <a:r>
              <a:rPr lang="en-US" altLang="en-US" i="1" dirty="0"/>
              <a:t>t</a:t>
            </a:r>
            <a:r>
              <a:rPr lang="en-US" altLang="en-US" dirty="0"/>
              <a:t> = 0, the wave function can be generalized to</a:t>
            </a:r>
          </a:p>
          <a:p>
            <a:pPr>
              <a:buFont typeface="Wingdings" pitchFamily="2" charset="2"/>
              <a:buNone/>
            </a:pPr>
            <a:r>
              <a:rPr lang="en-US" altLang="en-US" dirty="0"/>
              <a:t>		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/>
              <a:t>A</a:t>
            </a:r>
            <a:r>
              <a:rPr lang="en-US" altLang="en-US" dirty="0"/>
              <a:t> sin (</a:t>
            </a:r>
            <a:r>
              <a:rPr lang="en-US" altLang="en-US" i="1" dirty="0"/>
              <a:t>k x</a:t>
            </a:r>
            <a:r>
              <a:rPr lang="en-US" altLang="en-US" dirty="0"/>
              <a:t> – </a:t>
            </a:r>
            <a:r>
              <a:rPr lang="en-US" altLang="en-US" i="1" dirty="0" err="1">
                <a:latin typeface="Symbol" pitchFamily="18" charset="2"/>
              </a:rPr>
              <a:t>w</a:t>
            </a:r>
            <a:r>
              <a:rPr lang="en-US" altLang="en-US" i="1" dirty="0" err="1"/>
              <a:t>t</a:t>
            </a:r>
            <a:r>
              <a:rPr lang="en-US" altLang="en-US" dirty="0"/>
              <a:t> + </a:t>
            </a:r>
            <a:r>
              <a:rPr lang="en-US" altLang="en-US" i="1" dirty="0">
                <a:latin typeface="Symbol" pitchFamily="18" charset="2"/>
              </a:rPr>
              <a:t>f</a:t>
            </a:r>
            <a:r>
              <a:rPr lang="en-US" altLang="en-US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altLang="en-US" dirty="0"/>
              <a:t>	where </a:t>
            </a:r>
            <a:r>
              <a:rPr lang="en-US" altLang="en-US" i="1" dirty="0">
                <a:latin typeface="Symbol" pitchFamily="18" charset="2"/>
              </a:rPr>
              <a:t>f</a:t>
            </a:r>
            <a:r>
              <a:rPr lang="en-US" altLang="en-US" dirty="0"/>
              <a:t> is called the phase constant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6C58E-A5DC-4C73-8858-16A393B5A84A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16.2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50" y="2017713"/>
            <a:ext cx="6717110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A sinusoidal wave traveling in the positive x direction has an amplitude of 15.0 cm, a wavelength of 40.0 cm, and a frequency of 8.00 Hz. The vertical displacement of the medium at t= 0 and x = 0 is also 15.0 cm, as shown in the figure.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(a) Find the angular wave number k, period T, angular frequency </a:t>
            </a:r>
            <a:r>
              <a:rPr lang="en-US" altLang="en-US" sz="2400" dirty="0">
                <a:sym typeface="Symbol" pitchFamily="18" charset="2"/>
              </a:rPr>
              <a:t>, and the speed v of the wave.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(b) Determine the phase constant </a:t>
            </a:r>
            <a:r>
              <a:rPr lang="en-US" altLang="en-US" sz="2400" dirty="0">
                <a:sym typeface="Symbol" pitchFamily="18" charset="2"/>
              </a:rPr>
              <a:t>, and write a general expression for the wave function.</a:t>
            </a:r>
            <a:r>
              <a:rPr lang="en-US" altLang="en-US" sz="2400" dirty="0"/>
              <a:t> </a:t>
            </a:r>
            <a:endParaRPr lang="en-US" altLang="en-US" sz="2000" dirty="0"/>
          </a:p>
        </p:txBody>
      </p:sp>
      <p:pic>
        <p:nvPicPr>
          <p:cNvPr id="19463" name="Picture 7" descr="16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1" y="2667001"/>
            <a:ext cx="4490641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179000" y="18000"/>
              <a:ext cx="10128240" cy="67251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9640" y="8640"/>
                <a:ext cx="10146960" cy="67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6501960" y="6108480"/>
              <a:ext cx="3421080" cy="6433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92600" y="6099120"/>
                <a:ext cx="3439800" cy="6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11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Example 16.2</a:t>
            </a:r>
            <a:endParaRPr lang="en-US" dirty="0"/>
          </a:p>
        </p:txBody>
      </p:sp>
      <p:pic>
        <p:nvPicPr>
          <p:cNvPr id="4" name="Picture 7" descr="16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652" y="2057400"/>
            <a:ext cx="4490641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3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Sinusoidal Wave on a String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017715"/>
            <a:ext cx="6012260" cy="453548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To create a series of pulses, the string can be attached to an oscillating blade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wave consists of a series of identical waveforms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relationships between speed, velocity, and period hold</a:t>
            </a:r>
          </a:p>
        </p:txBody>
      </p:sp>
      <p:pic>
        <p:nvPicPr>
          <p:cNvPr id="30725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0571" y="2362200"/>
            <a:ext cx="5088929" cy="2895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064720" y="3572280"/>
              <a:ext cx="1920600" cy="768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55360" y="3562920"/>
                <a:ext cx="1939320" cy="78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Wave on a String, 2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2133600"/>
            <a:ext cx="5524500" cy="4724400"/>
          </a:xfrm>
        </p:spPr>
        <p:txBody>
          <a:bodyPr/>
          <a:lstStyle/>
          <a:p>
            <a:r>
              <a:rPr lang="en-US" altLang="en-US" sz="2400" dirty="0"/>
              <a:t>Each element of the string oscillates vertically with simple harmonic motion</a:t>
            </a:r>
          </a:p>
          <a:p>
            <a:pPr lvl="1"/>
            <a:r>
              <a:rPr lang="en-US" altLang="en-US" sz="2000" dirty="0"/>
              <a:t>For example, point </a:t>
            </a:r>
            <a:r>
              <a:rPr lang="en-US" altLang="en-US" sz="2000" i="1" dirty="0"/>
              <a:t>P</a:t>
            </a:r>
          </a:p>
          <a:p>
            <a:r>
              <a:rPr lang="en-US" altLang="en-US" sz="2400" dirty="0"/>
              <a:t>Every element of the string can be treated as a simple harmonic oscillator vibrating with a frequency equal to the frequency of the oscillation of the blade</a:t>
            </a:r>
          </a:p>
        </p:txBody>
      </p:sp>
      <p:pic>
        <p:nvPicPr>
          <p:cNvPr id="31749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719388"/>
            <a:ext cx="4762500" cy="27098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Wave on a String, 3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57250" y="2017714"/>
            <a:ext cx="5810250" cy="4459287"/>
          </a:xfrm>
        </p:spPr>
        <p:txBody>
          <a:bodyPr/>
          <a:lstStyle/>
          <a:p>
            <a:r>
              <a:rPr lang="en-US" altLang="en-US" sz="2800" dirty="0"/>
              <a:t>The transverse speed of the element is</a:t>
            </a:r>
          </a:p>
          <a:p>
            <a:pPr lvl="4">
              <a:buFont typeface="Wingdings" pitchFamily="2" charset="2"/>
              <a:buNone/>
            </a:pPr>
            <a:endParaRPr lang="en-US" altLang="en-US" sz="1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or </a:t>
            </a:r>
            <a:r>
              <a:rPr lang="en-US" altLang="en-US" sz="2800" i="1" dirty="0" err="1"/>
              <a:t>v</a:t>
            </a:r>
            <a:r>
              <a:rPr lang="en-US" altLang="en-US" sz="2800" i="1" baseline="-25000" dirty="0" err="1"/>
              <a:t>y</a:t>
            </a:r>
            <a:r>
              <a:rPr lang="en-US" altLang="en-US" sz="2800" dirty="0"/>
              <a:t> = -</a:t>
            </a:r>
            <a:r>
              <a:rPr lang="en-US" altLang="en-US" sz="2800" i="1" dirty="0" err="1">
                <a:latin typeface="Symbol" pitchFamily="18" charset="2"/>
              </a:rPr>
              <a:t>w</a:t>
            </a:r>
            <a:r>
              <a:rPr lang="en-US" altLang="en-US" sz="2800" i="1" dirty="0" err="1"/>
              <a:t>A</a:t>
            </a:r>
            <a:r>
              <a:rPr lang="en-US" altLang="en-US" sz="2800" i="1" dirty="0"/>
              <a:t> </a:t>
            </a:r>
            <a:r>
              <a:rPr lang="en-US" altLang="en-US" sz="2800" dirty="0" err="1"/>
              <a:t>cos</a:t>
            </a:r>
            <a:r>
              <a:rPr lang="en-US" altLang="en-US" sz="2800" dirty="0"/>
              <a:t>(</a:t>
            </a:r>
            <a:r>
              <a:rPr lang="en-US" altLang="en-US" sz="2800" i="1" dirty="0" err="1"/>
              <a:t>kx</a:t>
            </a:r>
            <a:r>
              <a:rPr lang="en-US" altLang="en-US" sz="2800" i="1" dirty="0"/>
              <a:t> </a:t>
            </a:r>
            <a:r>
              <a:rPr lang="en-US" altLang="en-US" sz="2800" dirty="0"/>
              <a:t>– </a:t>
            </a:r>
            <a:r>
              <a:rPr lang="en-US" altLang="en-US" sz="2800" i="1" dirty="0" err="1">
                <a:latin typeface="Symbol" pitchFamily="18" charset="2"/>
              </a:rPr>
              <a:t>w</a:t>
            </a:r>
            <a:r>
              <a:rPr lang="en-US" altLang="en-US" sz="2800" i="1" dirty="0" err="1"/>
              <a:t>t</a:t>
            </a:r>
            <a:r>
              <a:rPr lang="en-US" altLang="en-US" sz="2800" dirty="0"/>
              <a:t>)</a:t>
            </a:r>
          </a:p>
          <a:p>
            <a:r>
              <a:rPr lang="en-US" altLang="en-US" sz="2800" dirty="0"/>
              <a:t>This is different than the speed of the wave itself</a:t>
            </a:r>
          </a:p>
          <a:p>
            <a:endParaRPr lang="en-US" altLang="en-US" sz="2800" dirty="0"/>
          </a:p>
        </p:txBody>
      </p:sp>
      <p:pic>
        <p:nvPicPr>
          <p:cNvPr id="32773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719388"/>
            <a:ext cx="4762500" cy="27098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1905000" y="3048000"/>
          <a:ext cx="28575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9" name="Equation" r:id="rId4" imgW="990360" imgH="444240" progId="Equation.DSMT4">
                  <p:embed/>
                </p:oleObj>
              </mc:Choice>
              <mc:Fallback>
                <p:oleObj name="Equation" r:id="rId4" imgW="99036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48000"/>
                        <a:ext cx="285750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902240" y="1928880"/>
              <a:ext cx="8262000" cy="4840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2880" y="1919520"/>
                <a:ext cx="8280720" cy="485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Wave on a String, 4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2057400"/>
            <a:ext cx="5619750" cy="4419600"/>
          </a:xfrm>
        </p:spPr>
        <p:txBody>
          <a:bodyPr/>
          <a:lstStyle/>
          <a:p>
            <a:r>
              <a:rPr lang="en-US" altLang="en-US" sz="2800"/>
              <a:t>The transverse acceleration of the element is</a:t>
            </a:r>
          </a:p>
          <a:p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or </a:t>
            </a:r>
            <a:r>
              <a:rPr lang="en-US" altLang="en-US" sz="2800" i="1"/>
              <a:t>a</a:t>
            </a:r>
            <a:r>
              <a:rPr lang="en-US" altLang="en-US" sz="2800" i="1" baseline="-25000"/>
              <a:t>y</a:t>
            </a:r>
            <a:r>
              <a:rPr lang="en-US" altLang="en-US" sz="2800"/>
              <a:t> = -</a:t>
            </a:r>
            <a:r>
              <a:rPr lang="en-US" altLang="en-US" sz="2800" i="1">
                <a:latin typeface="Symbol" pitchFamily="18" charset="2"/>
              </a:rPr>
              <a:t>w</a:t>
            </a:r>
            <a:r>
              <a:rPr lang="en-US" altLang="en-US" sz="2800" baseline="30000"/>
              <a:t>2</a:t>
            </a:r>
            <a:r>
              <a:rPr lang="en-US" altLang="en-US" sz="2800" i="1"/>
              <a:t>A </a:t>
            </a:r>
            <a:r>
              <a:rPr lang="en-US" altLang="en-US" sz="2800"/>
              <a:t>sin(</a:t>
            </a:r>
            <a:r>
              <a:rPr lang="en-US" altLang="en-US" sz="2800" i="1"/>
              <a:t>kx</a:t>
            </a:r>
            <a:r>
              <a:rPr lang="en-US" altLang="en-US" sz="2800"/>
              <a:t> – </a:t>
            </a:r>
            <a:r>
              <a:rPr lang="en-US" altLang="en-US" sz="2800" i="1">
                <a:latin typeface="Symbol" pitchFamily="18" charset="2"/>
              </a:rPr>
              <a:t>w</a:t>
            </a:r>
            <a:r>
              <a:rPr lang="en-US" altLang="en-US" sz="2800" i="1"/>
              <a:t>t</a:t>
            </a:r>
            <a:r>
              <a:rPr lang="en-US" altLang="en-US" sz="2800"/>
              <a:t>)</a:t>
            </a:r>
          </a:p>
          <a:p>
            <a:endParaRPr lang="en-US" altLang="en-US" sz="2800"/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111897"/>
              </p:ext>
            </p:extLst>
          </p:nvPr>
        </p:nvGraphicFramePr>
        <p:xfrm>
          <a:off x="1428750" y="3200400"/>
          <a:ext cx="31432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3" imgW="1054080" imgH="469800" progId="Equation.DSMT4">
                  <p:embed/>
                </p:oleObj>
              </mc:Choice>
              <mc:Fallback>
                <p:oleObj name="Equation" r:id="rId3" imgW="105408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200400"/>
                        <a:ext cx="314325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8" name="Picture 6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719388"/>
            <a:ext cx="4762500" cy="27098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AA361-FB6E-4743-AAE3-AB0CA9C14FD7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motion of any particle on the string</a:t>
            </a:r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17712"/>
            <a:ext cx="6400800" cy="42306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Assuming wave function is:  </a:t>
            </a:r>
            <a:r>
              <a:rPr lang="en-US" altLang="en-US" sz="2400" smtClean="0">
                <a:sym typeface="Symbol" pitchFamily="18" charset="2"/>
              </a:rPr>
              <a:t>y = A sin(kx - t)</a:t>
            </a:r>
            <a:r>
              <a:rPr lang="en-US" altLang="en-US" sz="2400" smtClean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Transverse speed</a:t>
            </a:r>
          </a:p>
          <a:p>
            <a:pPr>
              <a:lnSpc>
                <a:spcPct val="90000"/>
              </a:lnSpc>
            </a:pPr>
            <a:endParaRPr lang="en-US" altLang="en-US" sz="2400" smtClean="0"/>
          </a:p>
          <a:p>
            <a:pPr lvl="1">
              <a:lnSpc>
                <a:spcPct val="90000"/>
              </a:lnSpc>
            </a:pPr>
            <a:endParaRPr lang="en-US" altLang="en-US" sz="2000" smtClean="0"/>
          </a:p>
          <a:p>
            <a:pPr lvl="1">
              <a:lnSpc>
                <a:spcPct val="90000"/>
              </a:lnSpc>
            </a:pPr>
            <a:r>
              <a:rPr lang="en-US" altLang="en-US" sz="2000" smtClean="0"/>
              <a:t>v</a:t>
            </a:r>
            <a:r>
              <a:rPr lang="en-US" altLang="en-US" sz="2000" baseline="-25000" smtClean="0"/>
              <a:t>y,max</a:t>
            </a:r>
            <a:r>
              <a:rPr lang="en-US" altLang="en-US" sz="2000" smtClean="0"/>
              <a:t>=</a:t>
            </a:r>
            <a:r>
              <a:rPr lang="en-US" altLang="en-US" sz="2000" smtClean="0">
                <a:sym typeface="Symbol" pitchFamily="18" charset="2"/>
              </a:rPr>
              <a:t>A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Transverse acceleration</a:t>
            </a:r>
          </a:p>
          <a:p>
            <a:pPr lvl="1">
              <a:lnSpc>
                <a:spcPct val="90000"/>
              </a:lnSpc>
            </a:pPr>
            <a:endParaRPr lang="en-US" altLang="en-US" smtClean="0"/>
          </a:p>
          <a:p>
            <a:pPr lvl="1">
              <a:lnSpc>
                <a:spcPct val="90000"/>
              </a:lnSpc>
            </a:pPr>
            <a:endParaRPr lang="en-US" altLang="en-US" sz="2400" smtClean="0"/>
          </a:p>
          <a:p>
            <a:pPr lvl="1">
              <a:lnSpc>
                <a:spcPct val="90000"/>
              </a:lnSpc>
            </a:pPr>
            <a:r>
              <a:rPr lang="en-US" altLang="en-US" sz="2400" smtClean="0"/>
              <a:t>a</a:t>
            </a:r>
            <a:r>
              <a:rPr lang="en-US" altLang="en-US" sz="2400" baseline="-25000" smtClean="0"/>
              <a:t>y,max</a:t>
            </a:r>
            <a:r>
              <a:rPr lang="en-US" altLang="en-US" sz="2400" smtClean="0"/>
              <a:t>=</a:t>
            </a:r>
            <a:r>
              <a:rPr lang="en-US" altLang="en-US" sz="2400" smtClean="0">
                <a:sym typeface="Symbol" pitchFamily="18" charset="2"/>
              </a:rPr>
              <a:t></a:t>
            </a:r>
            <a:r>
              <a:rPr lang="en-US" altLang="en-US" sz="2400" baseline="30000" smtClean="0">
                <a:sym typeface="Symbol" pitchFamily="18" charset="2"/>
              </a:rPr>
              <a:t>2</a:t>
            </a:r>
            <a:r>
              <a:rPr lang="en-US" altLang="en-US" sz="2400" smtClean="0">
                <a:sym typeface="Symbol" pitchFamily="18" charset="2"/>
              </a:rPr>
              <a:t>A</a:t>
            </a:r>
            <a:r>
              <a:rPr lang="en-US" altLang="en-US" sz="2400" smtClean="0"/>
              <a:t>  </a:t>
            </a:r>
            <a:endParaRPr lang="en-US" altLang="en-US" sz="2400" dirty="0"/>
          </a:p>
        </p:txBody>
      </p:sp>
      <p:graphicFrame>
        <p:nvGraphicFramePr>
          <p:cNvPr id="23558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28750" y="3133726"/>
          <a:ext cx="47625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6" name="Equation" r:id="rId3" imgW="2501640" imgH="444240" progId="Equation.3">
                  <p:embed/>
                </p:oleObj>
              </mc:Choice>
              <mc:Fallback>
                <p:oleObj name="Equation" r:id="rId3" imgW="25016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133726"/>
                        <a:ext cx="47625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28750" y="4730750"/>
          <a:ext cx="512961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7" name="Equation" r:id="rId5" imgW="2705040" imgH="482400" progId="Equation.3">
                  <p:embed/>
                </p:oleObj>
              </mc:Choice>
              <mc:Fallback>
                <p:oleObj name="Equation" r:id="rId5" imgW="2705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730750"/>
                        <a:ext cx="512961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6629400" y="1981200"/>
            <a:ext cx="4655742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Example (Problem #17): A transverse wave on a string is described by the wave function</a:t>
            </a:r>
            <a:r>
              <a:rPr lang="fr-FR" altLang="en-US" sz="2400" i="1" dirty="0"/>
              <a:t> </a:t>
            </a:r>
            <a:endParaRPr lang="fr-FR" altLang="en-US" sz="2400" i="1" dirty="0" smtClean="0"/>
          </a:p>
          <a:p>
            <a:pPr eaLnBrk="1" hangingPunct="1"/>
            <a:r>
              <a:rPr lang="fr-FR" altLang="en-US" sz="2400" i="1" dirty="0" smtClean="0">
                <a:latin typeface="Times New Roman" pitchFamily="18" charset="0"/>
              </a:rPr>
              <a:t>y</a:t>
            </a:r>
            <a:r>
              <a:rPr lang="fr-FR" altLang="en-US" sz="2400" dirty="0" smtClean="0">
                <a:latin typeface="Times New Roman" pitchFamily="18" charset="0"/>
              </a:rPr>
              <a:t> </a:t>
            </a:r>
            <a:r>
              <a:rPr lang="fr-FR" altLang="en-US" sz="2400" dirty="0">
                <a:latin typeface="Times New Roman" pitchFamily="18" charset="0"/>
              </a:rPr>
              <a:t>= (0.120 m) sin [(</a:t>
            </a:r>
            <a:r>
              <a:rPr lang="fr-FR" altLang="en-US" sz="24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fr-FR" altLang="en-US" sz="2400" i="1" dirty="0">
                <a:latin typeface="Times New Roman" pitchFamily="18" charset="0"/>
              </a:rPr>
              <a:t>x</a:t>
            </a:r>
            <a:r>
              <a:rPr lang="fr-FR" altLang="en-US" sz="2400" dirty="0">
                <a:latin typeface="Times New Roman" pitchFamily="18" charset="0"/>
              </a:rPr>
              <a:t>/8)  + 4 </a:t>
            </a:r>
            <a:r>
              <a:rPr lang="fr-FR" altLang="en-US" sz="24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fr-FR" altLang="en-US" sz="2400" i="1" dirty="0">
                <a:latin typeface="Times New Roman" pitchFamily="18" charset="0"/>
              </a:rPr>
              <a:t>t</a:t>
            </a:r>
            <a:r>
              <a:rPr lang="fr-FR" altLang="en-US" sz="2400" dirty="0">
                <a:latin typeface="Times New Roman" pitchFamily="18" charset="0"/>
              </a:rPr>
              <a:t>].</a:t>
            </a:r>
            <a:endParaRPr lang="en-US" altLang="en-US" sz="2400" dirty="0">
              <a:latin typeface="Times New Roman" pitchFamily="18" charset="0"/>
            </a:endParaRPr>
          </a:p>
          <a:p>
            <a:pPr lvl="1" eaLnBrk="1" hangingPunct="1"/>
            <a:r>
              <a:rPr lang="en-US" altLang="en-US" sz="2000" dirty="0"/>
              <a:t>(a) Determine the transverse speed and acceleration at </a:t>
            </a:r>
            <a:r>
              <a:rPr lang="en-US" altLang="en-US" sz="2000" i="1" dirty="0"/>
              <a:t>t</a:t>
            </a:r>
            <a:r>
              <a:rPr lang="en-US" altLang="en-US" sz="2000" dirty="0"/>
              <a:t> = 0.200 s for the point on the string located at </a:t>
            </a:r>
            <a:r>
              <a:rPr lang="en-US" altLang="en-US" sz="2000" i="1" dirty="0"/>
              <a:t>x</a:t>
            </a:r>
            <a:r>
              <a:rPr lang="en-US" altLang="en-US" sz="2000" dirty="0"/>
              <a:t> = 1.60 m. </a:t>
            </a:r>
          </a:p>
          <a:p>
            <a:pPr lvl="1" eaLnBrk="1" hangingPunct="1"/>
            <a:r>
              <a:rPr lang="en-US" altLang="en-US" sz="2000" dirty="0"/>
              <a:t>(b) What are the wavelength, period, and speed of propagation of this wave?</a:t>
            </a:r>
            <a:r>
              <a:rPr lang="en-US" altLang="en-US" sz="18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1045080" y="1009080"/>
              <a:ext cx="9699480" cy="57340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5720" y="999720"/>
                <a:ext cx="9718200" cy="57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083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Wave on a String, 5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8360" y="2017714"/>
            <a:ext cx="9715500" cy="44592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maximum values of the transverse speed and transverse acceleration are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v</a:t>
            </a:r>
            <a:r>
              <a:rPr lang="en-US" altLang="en-US" i="1" baseline="-25000"/>
              <a:t>y,</a:t>
            </a:r>
            <a:r>
              <a:rPr lang="en-US" altLang="en-US"/>
              <a:t> </a:t>
            </a:r>
            <a:r>
              <a:rPr lang="en-US" altLang="en-US" baseline="-25000"/>
              <a:t>max</a:t>
            </a:r>
            <a:r>
              <a:rPr lang="en-US" altLang="en-US"/>
              <a:t> = </a:t>
            </a:r>
            <a:r>
              <a:rPr lang="en-US" altLang="en-US" i="1">
                <a:latin typeface="Symbol" pitchFamily="18" charset="2"/>
              </a:rPr>
              <a:t>w</a:t>
            </a:r>
            <a:r>
              <a:rPr lang="en-US" altLang="en-US" i="1"/>
              <a:t>A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a</a:t>
            </a:r>
            <a:r>
              <a:rPr lang="en-US" altLang="en-US" i="1" baseline="-25000"/>
              <a:t>y,</a:t>
            </a:r>
            <a:r>
              <a:rPr lang="en-US" altLang="en-US"/>
              <a:t> </a:t>
            </a:r>
            <a:r>
              <a:rPr lang="en-US" altLang="en-US" baseline="-25000"/>
              <a:t>max</a:t>
            </a:r>
            <a:r>
              <a:rPr lang="en-US" altLang="en-US"/>
              <a:t> = </a:t>
            </a:r>
            <a:r>
              <a:rPr lang="en-US" altLang="en-US" i="1">
                <a:latin typeface="Symbol" pitchFamily="18" charset="2"/>
              </a:rPr>
              <a:t>w</a:t>
            </a:r>
            <a:r>
              <a:rPr lang="en-US" altLang="en-US" baseline="30000"/>
              <a:t>2</a:t>
            </a:r>
            <a:r>
              <a:rPr lang="en-US" altLang="en-US" i="1"/>
              <a:t>A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transverse speed and acceleration do not reach their maximum values simultaneously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v</a:t>
            </a:r>
            <a:r>
              <a:rPr lang="en-US" altLang="en-US"/>
              <a:t> is a maximum at </a:t>
            </a:r>
            <a:r>
              <a:rPr lang="en-US" altLang="en-US" i="1"/>
              <a:t>y</a:t>
            </a:r>
            <a:r>
              <a:rPr lang="en-US" altLang="en-US"/>
              <a:t> = 0</a:t>
            </a:r>
          </a:p>
          <a:p>
            <a:pPr lvl="1">
              <a:lnSpc>
                <a:spcPct val="90000"/>
              </a:lnSpc>
            </a:pPr>
            <a:r>
              <a:rPr lang="en-US" altLang="en-US" i="1"/>
              <a:t>a</a:t>
            </a:r>
            <a:r>
              <a:rPr lang="en-US" altLang="en-US"/>
              <a:t> is a maximum at </a:t>
            </a:r>
            <a:r>
              <a:rPr lang="en-US" altLang="en-US" i="1"/>
              <a:t>y</a:t>
            </a:r>
            <a:r>
              <a:rPr lang="en-US" altLang="en-US"/>
              <a:t> = </a:t>
            </a:r>
            <a:r>
              <a:rPr lang="en-US" altLang="en-US">
                <a:latin typeface="Symbol" pitchFamily="18" charset="2"/>
              </a:rPr>
              <a:t>±</a:t>
            </a:r>
            <a:r>
              <a:rPr lang="en-US" altLang="en-US" i="1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Speed of a Wave on a String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The speed of the wave depends on the physical characteristics of the string and the tension to which the string is subjected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This assumes that the tension is not affected by the pulse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This does not assume any particular shape for the pulse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2381250" y="3352800"/>
          <a:ext cx="495300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Equation" r:id="rId3" imgW="1549080" imgH="469800" progId="Equation.DSMT4">
                  <p:embed/>
                </p:oleObj>
              </mc:Choice>
              <mc:Fallback>
                <p:oleObj name="Equation" r:id="rId3" imgW="1549080" imgH="46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3352800"/>
                        <a:ext cx="4953000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205640" y="223200"/>
              <a:ext cx="9520920" cy="4304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6280" y="213840"/>
                <a:ext cx="9539640" cy="432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0D25-9D83-465B-A4CC-2EF47C12F4FC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438673" y="214314"/>
            <a:ext cx="9741296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4400">
                <a:solidFill>
                  <a:schemeClr val="tx2"/>
                </a:solidFill>
                <a:latin typeface="Tahoma" pitchFamily="34" charset="0"/>
              </a:defRPr>
            </a:lvl1pPr>
            <a:lvl2pPr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dirty="0" smtClean="0"/>
              <a:t>Example 16.4</a:t>
            </a:r>
            <a:endParaRPr lang="en-US" altLang="en-US" dirty="0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5478860" y="1981200"/>
            <a:ext cx="585589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en-US" sz="2400" dirty="0" smtClean="0"/>
              <a:t>A </a:t>
            </a:r>
            <a:r>
              <a:rPr lang="en-US" altLang="en-US" sz="2400" dirty="0"/>
              <a:t>uniform cord has a mass  of 0.300 kg and a length of 6.00 m. The cord passes over a pulley and supports a 2.00-kg object. Find the speed of a pulse traveling along this cord.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40969" name="Picture 9" descr="16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286000"/>
            <a:ext cx="4478735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77240" y="2304000"/>
              <a:ext cx="9824400" cy="464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7880" y="2294640"/>
                <a:ext cx="9843120" cy="4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72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16.4</a:t>
            </a:r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362200"/>
            <a:ext cx="4622800" cy="221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5" name="Picture 9" descr="16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110" y="838200"/>
            <a:ext cx="4478735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4872493"/>
            <a:ext cx="3860800" cy="147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436" y="5257800"/>
            <a:ext cx="53149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763" y="4404137"/>
            <a:ext cx="4794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404137"/>
            <a:ext cx="868363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/>
              <p14:cNvContentPartPr/>
              <p14:nvPr/>
            </p14:nvContentPartPr>
            <p14:xfrm>
              <a:off x="3376080" y="196560"/>
              <a:ext cx="7386480" cy="6314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66720" y="187200"/>
                <a:ext cx="7405200" cy="63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099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Reflection of a Wave, Fixed End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47750" y="2017714"/>
            <a:ext cx="5810250" cy="4535487"/>
          </a:xfrm>
        </p:spPr>
        <p:txBody>
          <a:bodyPr/>
          <a:lstStyle/>
          <a:p>
            <a:r>
              <a:rPr lang="en-US" altLang="en-US" sz="2800" dirty="0"/>
              <a:t>When the pulse reaches the support, the pulse moves back along the string in the opposite direction</a:t>
            </a:r>
          </a:p>
          <a:p>
            <a:r>
              <a:rPr lang="en-US" altLang="en-US" sz="2800" dirty="0"/>
              <a:t>This is the </a:t>
            </a:r>
            <a:r>
              <a:rPr lang="en-US" altLang="en-US" sz="2800" b="1" dirty="0"/>
              <a:t>reflection</a:t>
            </a:r>
            <a:r>
              <a:rPr lang="en-US" altLang="en-US" sz="2800" dirty="0"/>
              <a:t> of the pulse</a:t>
            </a:r>
          </a:p>
          <a:p>
            <a:r>
              <a:rPr lang="en-US" altLang="en-US" sz="2800" dirty="0"/>
              <a:t>The pulse is inverted</a:t>
            </a:r>
          </a:p>
        </p:txBody>
      </p:sp>
      <p:pic>
        <p:nvPicPr>
          <p:cNvPr id="37893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39000" y="1905000"/>
            <a:ext cx="3886200" cy="474315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Reflection of a Wave, Free End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2017712"/>
            <a:ext cx="5631260" cy="4306887"/>
          </a:xfrm>
        </p:spPr>
        <p:txBody>
          <a:bodyPr/>
          <a:lstStyle/>
          <a:p>
            <a:r>
              <a:rPr lang="en-US" altLang="en-US" sz="2800" dirty="0"/>
              <a:t>With a free end, the string is free to move vertically</a:t>
            </a:r>
          </a:p>
          <a:p>
            <a:r>
              <a:rPr lang="en-US" altLang="en-US" sz="2800" dirty="0"/>
              <a:t>The pulse is reflected</a:t>
            </a:r>
          </a:p>
          <a:p>
            <a:r>
              <a:rPr lang="en-US" altLang="en-US" sz="2800" dirty="0"/>
              <a:t>The pulse is not inverted</a:t>
            </a:r>
          </a:p>
        </p:txBody>
      </p:sp>
      <p:pic>
        <p:nvPicPr>
          <p:cNvPr id="38917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29401" y="2017713"/>
            <a:ext cx="3943350" cy="460672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Transmission of a Wave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017714"/>
            <a:ext cx="5478860" cy="4459287"/>
          </a:xfrm>
        </p:spPr>
        <p:txBody>
          <a:bodyPr/>
          <a:lstStyle/>
          <a:p>
            <a:r>
              <a:rPr lang="en-US" altLang="en-US" sz="3000" dirty="0"/>
              <a:t>When the boundary is intermediate between the last two extremes</a:t>
            </a:r>
          </a:p>
          <a:p>
            <a:pPr lvl="1"/>
            <a:r>
              <a:rPr lang="en-US" altLang="en-US" sz="2600" dirty="0"/>
              <a:t>Part of the energy in the incident pulse is reflected and part undergoes </a:t>
            </a:r>
            <a:r>
              <a:rPr lang="en-US" altLang="en-US" sz="2500" b="1" dirty="0"/>
              <a:t>transmission</a:t>
            </a:r>
          </a:p>
          <a:p>
            <a:pPr lvl="2"/>
            <a:r>
              <a:rPr lang="en-US" altLang="en-US" dirty="0"/>
              <a:t>Some energy passes through the boundary</a:t>
            </a:r>
          </a:p>
        </p:txBody>
      </p:sp>
      <p:pic>
        <p:nvPicPr>
          <p:cNvPr id="39941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667001"/>
            <a:ext cx="4762500" cy="2816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Transmission of a Wave, 2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17712"/>
            <a:ext cx="5791200" cy="4687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Assume a light string is attached to a heavier string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pulse travels through the light string and reaches the boundary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part of the pulse that is reflected is inverted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reflected pulse has a smaller amplitude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7000" y="2133600"/>
            <a:ext cx="4876800" cy="288381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Transmission of a Wave, 3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2017714"/>
            <a:ext cx="5097860" cy="4459287"/>
          </a:xfrm>
        </p:spPr>
        <p:txBody>
          <a:bodyPr/>
          <a:lstStyle/>
          <a:p>
            <a:r>
              <a:rPr lang="en-US" altLang="en-US" sz="2800" dirty="0"/>
              <a:t>Assume a heavier string is attached to a light string</a:t>
            </a:r>
          </a:p>
          <a:p>
            <a:r>
              <a:rPr lang="en-US" altLang="en-US" sz="2800" dirty="0"/>
              <a:t>Part of the pulse is reflected and part is transmitted</a:t>
            </a:r>
          </a:p>
          <a:p>
            <a:r>
              <a:rPr lang="en-US" altLang="en-US" sz="2800" dirty="0"/>
              <a:t>The reflected part is not inverted</a:t>
            </a:r>
          </a:p>
        </p:txBody>
      </p:sp>
      <p:pic>
        <p:nvPicPr>
          <p:cNvPr id="41989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1360" y="2914651"/>
            <a:ext cx="4762500" cy="2320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Transmission of a Wave, 4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0" y="2017713"/>
            <a:ext cx="9715500" cy="4114800"/>
          </a:xfrm>
        </p:spPr>
        <p:txBody>
          <a:bodyPr/>
          <a:lstStyle/>
          <a:p>
            <a:r>
              <a:rPr lang="en-US" altLang="en-US" dirty="0"/>
              <a:t>Conservation of energy governs the pulse</a:t>
            </a:r>
          </a:p>
          <a:p>
            <a:r>
              <a:rPr lang="en-US" altLang="en-US" dirty="0"/>
              <a:t>When a pulse is broken up into reflected and transmitted parts at a boundary, the sum of the energies of the two pulses must equal the energy of the original pulse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Energy in Waves in a String 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599" y="2017712"/>
            <a:ext cx="8229601" cy="4154488"/>
          </a:xfrm>
        </p:spPr>
        <p:txBody>
          <a:bodyPr/>
          <a:lstStyle/>
          <a:p>
            <a:r>
              <a:rPr lang="en-US" altLang="en-US" dirty="0"/>
              <a:t>Waves transport energy when they propagate through a medium</a:t>
            </a:r>
          </a:p>
          <a:p>
            <a:r>
              <a:rPr lang="en-US" altLang="en-US" dirty="0"/>
              <a:t>We can model each element of a string as a simple harmonic oscillator</a:t>
            </a:r>
          </a:p>
          <a:p>
            <a:pPr lvl="1"/>
            <a:r>
              <a:rPr lang="en-US" altLang="en-US" dirty="0"/>
              <a:t>The oscillation will be in the </a:t>
            </a:r>
            <a:r>
              <a:rPr lang="en-US" altLang="en-US" i="1" dirty="0"/>
              <a:t>y</a:t>
            </a:r>
            <a:r>
              <a:rPr lang="en-US" altLang="en-US" dirty="0"/>
              <a:t>-direction</a:t>
            </a:r>
          </a:p>
          <a:p>
            <a:r>
              <a:rPr lang="en-US" altLang="en-US" dirty="0"/>
              <a:t>Every element has the same total energy</a:t>
            </a: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799" y="1905000"/>
            <a:ext cx="3000375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Energy, cont.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10972800" cy="4343400"/>
          </a:xfrm>
        </p:spPr>
        <p:txBody>
          <a:bodyPr/>
          <a:lstStyle/>
          <a:p>
            <a:r>
              <a:rPr lang="en-US" altLang="en-US" dirty="0"/>
              <a:t>Each element can be considered to have a mass </a:t>
            </a:r>
            <a:r>
              <a:rPr lang="en-US" altLang="en-US" dirty="0" smtClean="0"/>
              <a:t>of </a:t>
            </a:r>
            <a:r>
              <a:rPr lang="en-US" altLang="en-US" i="1" dirty="0" err="1" smtClean="0"/>
              <a:t>dm</a:t>
            </a:r>
            <a:endParaRPr lang="en-US" altLang="en-US" i="1" dirty="0"/>
          </a:p>
          <a:p>
            <a:r>
              <a:rPr lang="en-US" altLang="en-US" dirty="0"/>
              <a:t>Its kinetic energy </a:t>
            </a:r>
            <a:r>
              <a:rPr lang="en-US" altLang="en-US" dirty="0" smtClean="0"/>
              <a:t>is </a:t>
            </a:r>
            <a:r>
              <a:rPr lang="en-US" altLang="en-US" i="1" dirty="0" err="1" smtClean="0"/>
              <a:t>dK</a:t>
            </a:r>
            <a:r>
              <a:rPr lang="en-US" altLang="en-US" dirty="0" smtClean="0"/>
              <a:t> </a:t>
            </a:r>
            <a:r>
              <a:rPr lang="en-US" altLang="en-US" dirty="0"/>
              <a:t>= ½ </a:t>
            </a:r>
            <a:r>
              <a:rPr lang="en-US" altLang="en-US" dirty="0" smtClean="0"/>
              <a:t>(</a:t>
            </a:r>
            <a:r>
              <a:rPr lang="en-US" altLang="en-US" i="1" dirty="0" err="1" smtClean="0"/>
              <a:t>dm</a:t>
            </a:r>
            <a:r>
              <a:rPr lang="en-US" altLang="en-US" dirty="0" smtClean="0"/>
              <a:t>)</a:t>
            </a:r>
            <a:r>
              <a:rPr lang="en-US" altLang="en-US" i="1" dirty="0" smtClean="0"/>
              <a:t>v</a:t>
            </a:r>
            <a:r>
              <a:rPr lang="en-US" altLang="en-US" i="1" baseline="-25000" dirty="0" smtClean="0"/>
              <a:t>y</a:t>
            </a:r>
            <a:r>
              <a:rPr lang="en-US" altLang="en-US" baseline="30000" dirty="0" smtClean="0"/>
              <a:t>2</a:t>
            </a:r>
            <a:endParaRPr lang="en-US" altLang="en-US" dirty="0"/>
          </a:p>
          <a:p>
            <a:r>
              <a:rPr lang="en-US" altLang="en-US" dirty="0"/>
              <a:t>The </a:t>
            </a:r>
            <a:r>
              <a:rPr lang="en-US" altLang="en-US" dirty="0" smtClean="0"/>
              <a:t>mass </a:t>
            </a:r>
            <a:r>
              <a:rPr lang="en-US" altLang="en-US" i="1" dirty="0" err="1" smtClean="0"/>
              <a:t>dm</a:t>
            </a:r>
            <a:r>
              <a:rPr lang="en-US" altLang="en-US" dirty="0" smtClean="0"/>
              <a:t> </a:t>
            </a:r>
            <a:r>
              <a:rPr lang="en-US" altLang="en-US" dirty="0"/>
              <a:t>is also equal to </a:t>
            </a:r>
            <a:r>
              <a:rPr lang="en-US" altLang="en-US" i="1" dirty="0" smtClean="0">
                <a:latin typeface="Symbol" pitchFamily="18" charset="2"/>
              </a:rPr>
              <a:t>m</a:t>
            </a:r>
            <a:r>
              <a:rPr lang="en-US" altLang="en-US" i="1" dirty="0" smtClean="0"/>
              <a:t>dx</a:t>
            </a:r>
            <a:endParaRPr lang="en-US" altLang="en-US" i="1" dirty="0"/>
          </a:p>
          <a:p>
            <a:r>
              <a:rPr lang="en-US" altLang="en-US" dirty="0"/>
              <a:t>As the length of the element of the string shrinks to zero, </a:t>
            </a:r>
            <a:r>
              <a:rPr lang="en-US" altLang="en-US" dirty="0" smtClean="0"/>
              <a:t>and </a:t>
            </a:r>
            <a:r>
              <a:rPr lang="en-US" altLang="en-US" i="1" dirty="0" err="1" smtClean="0"/>
              <a:t>dK</a:t>
            </a:r>
            <a:r>
              <a:rPr lang="en-US" altLang="en-US" dirty="0" smtClean="0"/>
              <a:t> </a:t>
            </a:r>
            <a:r>
              <a:rPr lang="en-US" altLang="en-US" dirty="0"/>
              <a:t>= ½ </a:t>
            </a:r>
            <a:r>
              <a:rPr lang="en-US" altLang="en-US" dirty="0" smtClean="0"/>
              <a:t>(</a:t>
            </a:r>
            <a:r>
              <a:rPr lang="en-US" altLang="en-US" i="1" dirty="0" smtClean="0">
                <a:latin typeface="Symbol" pitchFamily="18" charset="2"/>
              </a:rPr>
              <a:t>m</a:t>
            </a:r>
            <a:r>
              <a:rPr lang="en-US" altLang="en-US" i="1" dirty="0" smtClean="0"/>
              <a:t>dx</a:t>
            </a:r>
            <a:r>
              <a:rPr lang="en-US" altLang="en-US" dirty="0"/>
              <a:t>) </a:t>
            </a:r>
            <a:r>
              <a:rPr lang="en-US" altLang="en-US" i="1" dirty="0" smtClean="0"/>
              <a:t>v</a:t>
            </a:r>
            <a:r>
              <a:rPr lang="en-US" altLang="en-US" i="1" baseline="-25000" dirty="0" smtClean="0"/>
              <a:t>y</a:t>
            </a:r>
            <a:r>
              <a:rPr lang="en-US" altLang="en-US" baseline="30000" dirty="0" smtClean="0"/>
              <a:t>2             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762000"/>
            <a:ext cx="42195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589154"/>
              </p:ext>
            </p:extLst>
          </p:nvPr>
        </p:nvGraphicFramePr>
        <p:xfrm>
          <a:off x="5949950" y="4462951"/>
          <a:ext cx="4489450" cy="704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2" name="Equation" r:id="rId4" imgW="1536480" imgH="241200" progId="Equation.3">
                  <p:embed/>
                </p:oleObj>
              </mc:Choice>
              <mc:Fallback>
                <p:oleObj name="Equation" r:id="rId4" imgW="153648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9950" y="4462951"/>
                        <a:ext cx="4489450" cy="7043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854032"/>
              </p:ext>
            </p:extLst>
          </p:nvPr>
        </p:nvGraphicFramePr>
        <p:xfrm>
          <a:off x="76200" y="4876800"/>
          <a:ext cx="5791200" cy="1043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3" name="Equation" r:id="rId6" imgW="2184120" imgH="393480" progId="Equation.3">
                  <p:embed/>
                </p:oleObj>
              </mc:Choice>
              <mc:Fallback>
                <p:oleObj name="Equation" r:id="rId6" imgW="2184120" imgH="3934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876800"/>
                        <a:ext cx="5791200" cy="1043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896303"/>
              </p:ext>
            </p:extLst>
          </p:nvPr>
        </p:nvGraphicFramePr>
        <p:xfrm>
          <a:off x="0" y="5791200"/>
          <a:ext cx="5943600" cy="1096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4" name="Equation" r:id="rId8" imgW="2133360" imgH="393480" progId="Equation.3">
                  <p:embed/>
                </p:oleObj>
              </mc:Choice>
              <mc:Fallback>
                <p:oleObj name="Equation" r:id="rId8" imgW="213336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791200"/>
                        <a:ext cx="5943600" cy="1096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Energy, cont.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10972800" cy="4343400"/>
          </a:xfrm>
        </p:spPr>
        <p:txBody>
          <a:bodyPr/>
          <a:lstStyle/>
          <a:p>
            <a:endParaRPr lang="en-US" alt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4896556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08528"/>
            <a:ext cx="8560618" cy="223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24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Energy, final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17712"/>
            <a:ext cx="10896600" cy="4459288"/>
          </a:xfrm>
        </p:spPr>
        <p:txBody>
          <a:bodyPr/>
          <a:lstStyle/>
          <a:p>
            <a:r>
              <a:rPr lang="en-US" altLang="en-US" dirty="0"/>
              <a:t>Integrating over all the elements, the total kinetic energy in one wavelength is </a:t>
            </a:r>
            <a:r>
              <a:rPr lang="en-US" altLang="en-US" i="1" dirty="0"/>
              <a:t>K</a:t>
            </a:r>
            <a:r>
              <a:rPr lang="en-US" altLang="en-US" i="1" baseline="-25000" dirty="0">
                <a:latin typeface="Symbol" pitchFamily="18" charset="2"/>
              </a:rPr>
              <a:t>l</a:t>
            </a:r>
            <a:r>
              <a:rPr lang="en-US" altLang="en-US" baseline="-25000" dirty="0"/>
              <a:t> </a:t>
            </a:r>
            <a:r>
              <a:rPr lang="en-US" altLang="en-US" dirty="0"/>
              <a:t>= ¼</a:t>
            </a:r>
            <a:r>
              <a:rPr lang="en-US" altLang="en-US" i="1" dirty="0">
                <a:latin typeface="Symbol" pitchFamily="18" charset="2"/>
              </a:rPr>
              <a:t>mw</a:t>
            </a:r>
            <a:r>
              <a:rPr lang="en-US" altLang="en-US" baseline="30000" dirty="0"/>
              <a:t>2</a:t>
            </a:r>
            <a:r>
              <a:rPr lang="en-US" altLang="en-US" i="1" dirty="0"/>
              <a:t>A </a:t>
            </a:r>
            <a:r>
              <a:rPr lang="en-US" altLang="en-US" baseline="30000" dirty="0"/>
              <a:t>2</a:t>
            </a:r>
            <a:r>
              <a:rPr lang="en-US" altLang="en-US" i="1" dirty="0">
                <a:latin typeface="Symbol" pitchFamily="18" charset="2"/>
              </a:rPr>
              <a:t>l</a:t>
            </a:r>
            <a:endParaRPr lang="en-US" altLang="en-US" i="1" dirty="0"/>
          </a:p>
          <a:p>
            <a:r>
              <a:rPr lang="en-US" altLang="en-US" dirty="0"/>
              <a:t>The total potential energy in one wavelength is </a:t>
            </a:r>
            <a:endParaRPr lang="en-US" altLang="en-US" dirty="0" smtClean="0"/>
          </a:p>
          <a:p>
            <a:pPr marL="0" indent="0">
              <a:buNone/>
            </a:pPr>
            <a:r>
              <a:rPr lang="en-US" altLang="en-US" i="1" dirty="0"/>
              <a:t> </a:t>
            </a:r>
            <a:r>
              <a:rPr lang="en-US" altLang="en-US" i="1" dirty="0" smtClean="0"/>
              <a:t>    </a:t>
            </a:r>
            <a:r>
              <a:rPr lang="en-US" altLang="en-US" i="1" dirty="0" err="1" smtClean="0"/>
              <a:t>U</a:t>
            </a:r>
            <a:r>
              <a:rPr lang="en-US" altLang="en-US" i="1" baseline="-25000" dirty="0" err="1" smtClean="0">
                <a:latin typeface="Symbol" pitchFamily="18" charset="2"/>
              </a:rPr>
              <a:t>l</a:t>
            </a:r>
            <a:r>
              <a:rPr lang="en-US" altLang="en-US" baseline="-25000" dirty="0" smtClean="0"/>
              <a:t> </a:t>
            </a:r>
            <a:r>
              <a:rPr lang="en-US" altLang="en-US" dirty="0"/>
              <a:t>= ¼</a:t>
            </a:r>
            <a:r>
              <a:rPr lang="en-US" altLang="en-US" i="1" dirty="0">
                <a:latin typeface="Symbol" pitchFamily="18" charset="2"/>
              </a:rPr>
              <a:t>mw</a:t>
            </a:r>
            <a:r>
              <a:rPr lang="en-US" altLang="en-US" baseline="30000" dirty="0"/>
              <a:t>2</a:t>
            </a:r>
            <a:r>
              <a:rPr lang="en-US" altLang="en-US" i="1" dirty="0"/>
              <a:t>A </a:t>
            </a:r>
            <a:r>
              <a:rPr lang="en-US" altLang="en-US" baseline="30000" dirty="0"/>
              <a:t>2</a:t>
            </a:r>
            <a:r>
              <a:rPr lang="en-US" altLang="en-US" i="1" dirty="0">
                <a:latin typeface="Symbol" pitchFamily="18" charset="2"/>
              </a:rPr>
              <a:t>l</a:t>
            </a:r>
          </a:p>
          <a:p>
            <a:r>
              <a:rPr lang="en-US" altLang="en-US" dirty="0"/>
              <a:t>This gives a total energy of </a:t>
            </a:r>
          </a:p>
          <a:p>
            <a:pPr lvl="1"/>
            <a:r>
              <a:rPr lang="en-US" altLang="en-US" i="1" dirty="0"/>
              <a:t>E</a:t>
            </a:r>
            <a:r>
              <a:rPr lang="en-US" altLang="en-US" i="1" baseline="-25000" dirty="0">
                <a:latin typeface="Symbol" pitchFamily="18" charset="2"/>
              </a:rPr>
              <a:t>l</a:t>
            </a:r>
            <a:r>
              <a:rPr lang="en-US" altLang="en-US" baseline="-25000" dirty="0"/>
              <a:t> </a:t>
            </a:r>
            <a:r>
              <a:rPr lang="en-US" altLang="en-US" dirty="0"/>
              <a:t>= </a:t>
            </a:r>
            <a:r>
              <a:rPr lang="en-US" altLang="en-US" i="1" dirty="0"/>
              <a:t>K</a:t>
            </a:r>
            <a:r>
              <a:rPr lang="en-US" altLang="en-US" i="1" baseline="-25000" dirty="0">
                <a:latin typeface="Symbol" pitchFamily="18" charset="2"/>
              </a:rPr>
              <a:t>l</a:t>
            </a:r>
            <a:r>
              <a:rPr lang="en-US" altLang="en-US" baseline="-25000" dirty="0"/>
              <a:t> </a:t>
            </a:r>
            <a:r>
              <a:rPr lang="en-US" altLang="en-US" dirty="0"/>
              <a:t>+ </a:t>
            </a:r>
            <a:r>
              <a:rPr lang="en-US" altLang="en-US" i="1" dirty="0" err="1"/>
              <a:t>U</a:t>
            </a:r>
            <a:r>
              <a:rPr lang="en-US" altLang="en-US" i="1" baseline="-25000" dirty="0" err="1">
                <a:latin typeface="Symbol" pitchFamily="18" charset="2"/>
              </a:rPr>
              <a:t>l</a:t>
            </a:r>
            <a:r>
              <a:rPr lang="en-US" altLang="en-US" baseline="-25000" dirty="0"/>
              <a:t> </a:t>
            </a:r>
            <a:r>
              <a:rPr lang="en-US" altLang="en-US" dirty="0"/>
              <a:t>= ½</a:t>
            </a:r>
            <a:r>
              <a:rPr lang="en-US" altLang="en-US" i="1" dirty="0">
                <a:latin typeface="Symbol" pitchFamily="18" charset="2"/>
              </a:rPr>
              <a:t>mw</a:t>
            </a:r>
            <a:r>
              <a:rPr lang="en-US" altLang="en-US" baseline="30000" dirty="0"/>
              <a:t>2</a:t>
            </a:r>
            <a:r>
              <a:rPr lang="en-US" altLang="en-US" i="1" dirty="0"/>
              <a:t>A </a:t>
            </a:r>
            <a:r>
              <a:rPr lang="en-US" altLang="en-US" baseline="30000" dirty="0"/>
              <a:t>2</a:t>
            </a:r>
            <a:r>
              <a:rPr lang="en-US" altLang="en-US" i="1" dirty="0">
                <a:latin typeface="Symbol" pitchFamily="18" charset="2"/>
              </a:rPr>
              <a:t>l</a:t>
            </a:r>
            <a:endParaRPr lang="en-US" altLang="en-US" i="1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Power Associated with a Wave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power is the rate at which the energy is being transferred: 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The power transfer by a sinusoidal wave on a string is proportional to the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Frequency squared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Square of the amplitude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Wave speed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 dirty="0"/>
              <a:t>	</a:t>
            </a: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2095500" y="2876551"/>
          <a:ext cx="609600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6" name="Equation" r:id="rId3" imgW="2108160" imgH="558720" progId="Equation.DSMT4">
                  <p:embed/>
                </p:oleObj>
              </mc:Choice>
              <mc:Fallback>
                <p:oleObj name="Equation" r:id="rId3" imgW="2108160" imgH="558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876551"/>
                        <a:ext cx="6096000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16.4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2017712"/>
                <a:ext cx="10896600" cy="4230687"/>
              </a:xfrm>
            </p:spPr>
            <p:txBody>
              <a:bodyPr/>
              <a:lstStyle/>
              <a:p>
                <a:r>
                  <a:rPr lang="en-US" dirty="0" smtClean="0"/>
                  <a:t> A taut string for which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=5.00×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−2</m:t>
                        </m:r>
                      </m:sup>
                    </m:sSup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𝑘𝑔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𝑚</m:t>
                    </m:r>
                  </m:oMath>
                </a14:m>
                <a:r>
                  <a:rPr lang="en-US" dirty="0" smtClean="0"/>
                  <a:t> is under a tension of 80.0 N. How much power much be supplied to the string to generate </a:t>
                </a:r>
                <a:r>
                  <a:rPr lang="en-US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sinusoidal waves at a frequency of 60.0 Hz and an amplitude of 6.00 cm?</a:t>
                </a:r>
                <a:r>
                  <a:rPr lang="en-US" dirty="0" smtClean="0"/>
                  <a:t> </a:t>
                </a:r>
                <a:br>
                  <a:rPr lang="en-US" dirty="0" smtClean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2017712"/>
                <a:ext cx="10896600" cy="4230687"/>
              </a:xfrm>
              <a:blipFill rotWithShape="1">
                <a:blip r:embed="rId2"/>
                <a:stretch>
                  <a:fillRect l="-391" t="-2017" r="-1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21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16.4 </a:t>
            </a:r>
            <a:endParaRPr lang="en-US" dirty="0"/>
          </a:p>
        </p:txBody>
      </p:sp>
      <p:pic>
        <p:nvPicPr>
          <p:cNvPr id="665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9800"/>
            <a:ext cx="5791200" cy="226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572000"/>
            <a:ext cx="8586258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837" y="6142037"/>
            <a:ext cx="20224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926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Linear Wave Equation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2017713"/>
            <a:ext cx="10172700" cy="4078287"/>
          </a:xfrm>
        </p:spPr>
        <p:txBody>
          <a:bodyPr/>
          <a:lstStyle/>
          <a:p>
            <a:r>
              <a:rPr lang="en-US" altLang="en-US" sz="2800" dirty="0"/>
              <a:t>The wave functions </a:t>
            </a:r>
            <a:r>
              <a:rPr lang="en-US" altLang="en-US" sz="2800" i="1" dirty="0"/>
              <a:t>y </a:t>
            </a:r>
            <a:r>
              <a:rPr lang="en-US" altLang="en-US" sz="2800" dirty="0"/>
              <a:t>(</a:t>
            </a:r>
            <a:r>
              <a:rPr lang="en-US" altLang="en-US" sz="2800" i="1" dirty="0"/>
              <a:t>x</a:t>
            </a:r>
            <a:r>
              <a:rPr lang="en-US" altLang="en-US" sz="2800" dirty="0"/>
              <a:t>, </a:t>
            </a:r>
            <a:r>
              <a:rPr lang="en-US" altLang="en-US" sz="2800" i="1" dirty="0"/>
              <a:t>t</a:t>
            </a:r>
            <a:r>
              <a:rPr lang="en-US" altLang="en-US" sz="2800" dirty="0"/>
              <a:t>) represent solutions of an equation called the </a:t>
            </a:r>
            <a:r>
              <a:rPr lang="en-US" altLang="en-US" sz="2800" b="1" dirty="0"/>
              <a:t>linear wave equation</a:t>
            </a:r>
            <a:endParaRPr lang="en-US" altLang="en-US" sz="2800" dirty="0"/>
          </a:p>
          <a:p>
            <a:r>
              <a:rPr lang="en-US" altLang="en-US" sz="2800" dirty="0"/>
              <a:t>This equation gives a complete description of the wave motion</a:t>
            </a:r>
          </a:p>
          <a:p>
            <a:r>
              <a:rPr lang="en-US" altLang="en-US" sz="2800" dirty="0"/>
              <a:t>From it you can determine the wave speed</a:t>
            </a:r>
          </a:p>
          <a:p>
            <a:r>
              <a:rPr lang="en-US" altLang="en-US" sz="2800" dirty="0"/>
              <a:t>The linear wave equation is basic to many forms of wave motion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Wave Equation Applied to a Wave on a String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03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76250" y="2133600"/>
                <a:ext cx="5810250" cy="4495800"/>
              </a:xfrm>
            </p:spPr>
            <p:txBody>
              <a:bodyPr/>
              <a:lstStyle/>
              <a:p>
                <a:r>
                  <a:rPr lang="en-US" altLang="en-US" sz="2800" dirty="0"/>
                  <a:t>The string is under tension </a:t>
                </a:r>
                <a:r>
                  <a:rPr lang="en-US" altLang="en-US" sz="2800" i="1" dirty="0"/>
                  <a:t>T</a:t>
                </a:r>
              </a:p>
              <a:p>
                <a:r>
                  <a:rPr lang="en-US" altLang="en-US" sz="2800" dirty="0"/>
                  <a:t>Consider one small string element of length </a:t>
                </a:r>
                <a:r>
                  <a:rPr lang="en-US" altLang="en-US" sz="2800" dirty="0" err="1">
                    <a:latin typeface="Symbol" pitchFamily="18" charset="2"/>
                  </a:rPr>
                  <a:t>D</a:t>
                </a:r>
                <a:r>
                  <a:rPr lang="en-US" altLang="en-US" sz="2800" i="1" dirty="0" err="1"/>
                  <a:t>x</a:t>
                </a:r>
                <a:endParaRPr lang="en-US" altLang="en-US" sz="2800" i="1" dirty="0"/>
              </a:p>
              <a:p>
                <a:r>
                  <a:rPr lang="en-US" altLang="en-US" sz="2800" dirty="0"/>
                  <a:t>The net force acting in the </a:t>
                </a:r>
                <a:r>
                  <a:rPr lang="en-US" altLang="en-US" sz="2800" i="1" dirty="0"/>
                  <a:t>y </a:t>
                </a:r>
                <a:r>
                  <a:rPr lang="en-US" altLang="en-US" sz="2800" dirty="0"/>
                  <a:t>direction is</a:t>
                </a:r>
              </a:p>
              <a:p>
                <a:endParaRPr lang="en-US" altLang="en-US" sz="2400" dirty="0" smtClean="0"/>
              </a:p>
              <a:p>
                <a:endParaRPr lang="en-US" altLang="en-US" sz="2400" dirty="0"/>
              </a:p>
              <a:p>
                <a:pPr lvl="1"/>
                <a:endParaRPr lang="en-US" altLang="en-US" sz="2000" dirty="0"/>
              </a:p>
              <a:p>
                <a:pPr lvl="1"/>
                <a:r>
                  <a:rPr lang="en-US" altLang="en-US" sz="2400" dirty="0"/>
                  <a:t>This uses the small-angle </a:t>
                </a:r>
                <a:r>
                  <a:rPr lang="en-US" altLang="en-US" sz="2400" dirty="0" smtClean="0"/>
                  <a:t>approximation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40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en-US" sz="2400" i="1" smtClean="0">
                            <a:latin typeface="Cambria Math"/>
                            <a:ea typeface="Cambria Math"/>
                          </a:rPr>
                          <m:t>𝜃</m:t>
                        </m:r>
                        <m:r>
                          <a:rPr lang="en-US" altLang="en-US" sz="2400" i="1" smtClean="0">
                            <a:latin typeface="Cambria Math"/>
                            <a:ea typeface="Cambria Math"/>
                          </a:rPr>
                          <m:t>≈</m:t>
                        </m:r>
                        <m:func>
                          <m:funcPr>
                            <m:ctrlPr>
                              <a:rPr lang="en-US" altLang="en-US" sz="2400" i="1" smtClean="0">
                                <a:latin typeface="Cambria Math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en-US" sz="2400" i="0" smtClean="0">
                                <a:latin typeface="Cambria Math"/>
                                <a:ea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US" altLang="en-US" sz="240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func>
                      </m:e>
                    </m:func>
                  </m:oMath>
                </a14:m>
                <a:endParaRPr lang="en-US" altLang="en-US" sz="2400" dirty="0"/>
              </a:p>
            </p:txBody>
          </p:sp>
        </mc:Choice>
        <mc:Fallback>
          <p:sp>
            <p:nvSpPr>
              <p:cNvPr id="512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76250" y="2133600"/>
                <a:ext cx="5810250" cy="4495800"/>
              </a:xfrm>
              <a:blipFill rotWithShape="1">
                <a:blip r:embed="rId3"/>
                <a:stretch>
                  <a:fillRect l="-420" t="-1355" b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05" name="Picture 5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7500" y="2133600"/>
            <a:ext cx="4762500" cy="2362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512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386288"/>
              </p:ext>
            </p:extLst>
          </p:nvPr>
        </p:nvGraphicFramePr>
        <p:xfrm>
          <a:off x="762000" y="5149850"/>
          <a:ext cx="4381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5" name="Equation" r:id="rId5" imgW="1498320" imgH="241200" progId="Equation.DSMT4">
                  <p:embed/>
                </p:oleObj>
              </mc:Choice>
              <mc:Fallback>
                <p:oleObj name="Equation" r:id="rId5" imgW="149832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149850"/>
                        <a:ext cx="43815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48717"/>
              </p:ext>
            </p:extLst>
          </p:nvPr>
        </p:nvGraphicFramePr>
        <p:xfrm>
          <a:off x="609600" y="4495800"/>
          <a:ext cx="6794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6" name="Equation" r:id="rId7" imgW="2717640" imgH="253800" progId="Equation.3">
                  <p:embed/>
                </p:oleObj>
              </mc:Choice>
              <mc:Fallback>
                <p:oleObj name="Equation" r:id="rId7" imgW="271764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" y="4495800"/>
                        <a:ext cx="67945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Wave Equation Applied to Wave on a String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17712"/>
            <a:ext cx="10584260" cy="4154487"/>
          </a:xfrm>
        </p:spPr>
        <p:txBody>
          <a:bodyPr/>
          <a:lstStyle/>
          <a:p>
            <a:r>
              <a:rPr lang="en-US" sz="2800" dirty="0"/>
              <a:t>Substituting for the tangents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 smtClean="0"/>
              <a:t>Mass of the element </a:t>
            </a: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947878"/>
              </p:ext>
            </p:extLst>
          </p:nvPr>
        </p:nvGraphicFramePr>
        <p:xfrm>
          <a:off x="1066800" y="2438400"/>
          <a:ext cx="40322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5" name="Equation" r:id="rId4" imgW="1612800" imgH="482400" progId="Equation.3">
                  <p:embed/>
                </p:oleObj>
              </mc:Choice>
              <mc:Fallback>
                <p:oleObj name="Equation" r:id="rId4" imgW="1612800" imgH="482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38400"/>
                        <a:ext cx="403225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27215"/>
              </p:ext>
            </p:extLst>
          </p:nvPr>
        </p:nvGraphicFramePr>
        <p:xfrm>
          <a:off x="5105400" y="3505200"/>
          <a:ext cx="1566862" cy="557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6" name="Equation" r:id="rId6" imgW="571320" imgH="203040" progId="Equation.3">
                  <p:embed/>
                </p:oleObj>
              </mc:Choice>
              <mc:Fallback>
                <p:oleObj name="Equation" r:id="rId6" imgW="57132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05400" y="3505200"/>
                        <a:ext cx="1566862" cy="557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715254"/>
              </p:ext>
            </p:extLst>
          </p:nvPr>
        </p:nvGraphicFramePr>
        <p:xfrm>
          <a:off x="990600" y="4191000"/>
          <a:ext cx="3505200" cy="105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7" name="Equation" r:id="rId8" imgW="1600200" imgH="482400" progId="Equation.3">
                  <p:embed/>
                </p:oleObj>
              </mc:Choice>
              <mc:Fallback>
                <p:oleObj name="Equation" r:id="rId8" imgW="1600200" imgH="48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0600" y="4191000"/>
                        <a:ext cx="3505200" cy="105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901183"/>
              </p:ext>
            </p:extLst>
          </p:nvPr>
        </p:nvGraphicFramePr>
        <p:xfrm>
          <a:off x="533400" y="5334000"/>
          <a:ext cx="4391026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8" name="Equation" r:id="rId10" imgW="2006280" imgH="482400" progId="Equation.3">
                  <p:embed/>
                </p:oleObj>
              </mc:Choice>
              <mc:Fallback>
                <p:oleObj name="Equation" r:id="rId10" imgW="2006280" imgH="48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34000"/>
                        <a:ext cx="4391026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Wave Equation Applied to Wave on a String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Applying Newton’s Second Law gives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In the limit as </a:t>
            </a:r>
            <a:r>
              <a:rPr lang="en-US" altLang="en-US" sz="2800" dirty="0">
                <a:latin typeface="Symbol" pitchFamily="18" charset="2"/>
              </a:rPr>
              <a:t>D</a:t>
            </a:r>
            <a:r>
              <a:rPr lang="en-US" altLang="en-US" sz="2800" dirty="0"/>
              <a:t>x</a:t>
            </a:r>
            <a:r>
              <a:rPr lang="en-US" altLang="en-US" sz="2800" dirty="0">
                <a:latin typeface="Symbol" pitchFamily="18" charset="2"/>
              </a:rPr>
              <a:t>®0, </a:t>
            </a:r>
            <a:r>
              <a:rPr lang="en-US" altLang="en-US" sz="2800" dirty="0"/>
              <a:t>this becomes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This is the linear wave equation as it applies to waves on a string</a:t>
            </a:r>
          </a:p>
          <a:p>
            <a:endParaRPr lang="en-US" altLang="en-US" sz="2800" dirty="0"/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2000250" y="2590800"/>
          <a:ext cx="55245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2" name="Equation" r:id="rId3" imgW="1866600" imgH="431640" progId="Equation.DSMT4">
                  <p:embed/>
                </p:oleObj>
              </mc:Choice>
              <mc:Fallback>
                <p:oleObj name="Equation" r:id="rId3" imgW="1866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2590800"/>
                        <a:ext cx="552450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589025"/>
              </p:ext>
            </p:extLst>
          </p:nvPr>
        </p:nvGraphicFramePr>
        <p:xfrm>
          <a:off x="2286000" y="4114800"/>
          <a:ext cx="238323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3" name="Equation" r:id="rId5" imgW="850680" imgH="419040" progId="Equation.DSMT4">
                  <p:embed/>
                </p:oleObj>
              </mc:Choice>
              <mc:Fallback>
                <p:oleObj name="Equation" r:id="rId5" imgW="850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14800"/>
                        <a:ext cx="238323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532614"/>
              </p:ext>
            </p:extLst>
          </p:nvPr>
        </p:nvGraphicFramePr>
        <p:xfrm>
          <a:off x="8001000" y="3733800"/>
          <a:ext cx="2514600" cy="1202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4" name="Equation" r:id="rId7" imgW="876240" imgH="419040" progId="Equation.3">
                  <p:embed/>
                </p:oleObj>
              </mc:Choice>
              <mc:Fallback>
                <p:oleObj name="Equation" r:id="rId7" imgW="87624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01000" y="3733800"/>
                        <a:ext cx="2514600" cy="1202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991600" y="2057400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Standard form of wave equation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Wave Equation and Waves on a String, cont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17713"/>
            <a:ext cx="10820400" cy="4383088"/>
          </a:xfrm>
        </p:spPr>
        <p:txBody>
          <a:bodyPr/>
          <a:lstStyle/>
          <a:p>
            <a:r>
              <a:rPr lang="en-US" altLang="en-US" sz="2800"/>
              <a:t>The sinusoidal wave function represents a solution of the linear wave equation</a:t>
            </a:r>
          </a:p>
          <a:p>
            <a:r>
              <a:rPr lang="en-US" altLang="en-US" sz="2800"/>
              <a:t>Applying the sinusoidal wave function to the linear wave equation and following the derivatives, we find that</a:t>
            </a:r>
          </a:p>
          <a:p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This verifies the speed of a wave on a string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395747"/>
              </p:ext>
            </p:extLst>
          </p:nvPr>
        </p:nvGraphicFramePr>
        <p:xfrm>
          <a:off x="2286000" y="3886200"/>
          <a:ext cx="16192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6" name="Equation" r:id="rId3" imgW="520560" imgH="469800" progId="Equation.DSMT4">
                  <p:embed/>
                </p:oleObj>
              </mc:Choice>
              <mc:Fallback>
                <p:oleObj name="Equation" r:id="rId3" imgW="520560" imgH="46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86200"/>
                        <a:ext cx="16192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Wave Equation, General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2017714"/>
            <a:ext cx="10717610" cy="46116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equation can be written as 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This applies in general to various types of traveling waves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y</a:t>
            </a:r>
            <a:r>
              <a:rPr lang="en-US" altLang="en-US" sz="2400" dirty="0"/>
              <a:t> represents various positions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For a string, it is the vertical displacement of the elements of the string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For a sound wave, it is the longitudinal position of the elements from the equilibrium position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For </a:t>
            </a:r>
            <a:r>
              <a:rPr lang="en-US" altLang="en-US" sz="2000" dirty="0" err="1"/>
              <a:t>em</a:t>
            </a:r>
            <a:r>
              <a:rPr lang="en-US" altLang="en-US" sz="2000" dirty="0"/>
              <a:t> waves, it is the electric or magnetic field components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2563812" y="2487614"/>
          <a:ext cx="22939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9" name="Equation" r:id="rId3" imgW="876240" imgH="419040" progId="Equation.DSMT4">
                  <p:embed/>
                </p:oleObj>
              </mc:Choice>
              <mc:Fallback>
                <p:oleObj name="Equation" r:id="rId3" imgW="87624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2" y="2487614"/>
                        <a:ext cx="229393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Linear Wave Equation, General cont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linear wave equation is satisfied by any wave function having the form </a:t>
            </a:r>
          </a:p>
          <a:p>
            <a:pPr>
              <a:buFont typeface="Wingdings" pitchFamily="2" charset="2"/>
              <a:buNone/>
            </a:pPr>
            <a:r>
              <a:rPr lang="en-US" altLang="en-US"/>
              <a:t>	</a:t>
            </a:r>
            <a:r>
              <a:rPr lang="en-US" altLang="en-US" i="1"/>
              <a:t>y</a:t>
            </a:r>
            <a:r>
              <a:rPr lang="en-US" altLang="en-US"/>
              <a:t> = </a:t>
            </a: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x</a:t>
            </a:r>
            <a:r>
              <a:rPr lang="en-US" altLang="en-US"/>
              <a:t> </a:t>
            </a:r>
            <a:r>
              <a:rPr lang="en-US" altLang="en-US">
                <a:latin typeface="Symbol" pitchFamily="18" charset="2"/>
              </a:rPr>
              <a:t>± </a:t>
            </a:r>
            <a:r>
              <a:rPr lang="en-US" altLang="en-US" i="1"/>
              <a:t>vt</a:t>
            </a:r>
            <a:r>
              <a:rPr lang="en-US" altLang="en-US"/>
              <a:t>)</a:t>
            </a:r>
          </a:p>
          <a:p>
            <a:r>
              <a:rPr lang="en-US" altLang="en-US"/>
              <a:t>The linear wave equation is also a direct consequence of Newton’s Second Law applied to any element of a string carrying a traveling wave</a:t>
            </a:r>
            <a:endParaRPr lang="en-US" altLang="en-US">
              <a:latin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16.2 </a:t>
            </a:r>
            <a:r>
              <a:rPr lang="en-US" dirty="0" smtClean="0"/>
              <a:t>Problem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57400"/>
            <a:ext cx="11430000" cy="4459288"/>
          </a:xfrm>
        </p:spPr>
        <p:txBody>
          <a:bodyPr/>
          <a:lstStyle/>
          <a:p>
            <a:r>
              <a:rPr lang="en-US" dirty="0"/>
              <a:t>The wave function for a traveling wave on a taut </a:t>
            </a:r>
            <a:r>
              <a:rPr lang="en-US" dirty="0" smtClean="0"/>
              <a:t>string is </a:t>
            </a:r>
            <a:r>
              <a:rPr lang="en-US" dirty="0"/>
              <a:t>(in SI units</a:t>
            </a:r>
            <a:r>
              <a:rPr lang="en-US" dirty="0" smtClean="0"/>
              <a:t>)                                        </a:t>
            </a:r>
          </a:p>
          <a:p>
            <a:endParaRPr lang="en-US" dirty="0"/>
          </a:p>
          <a:p>
            <a:r>
              <a:rPr lang="en-US" dirty="0"/>
              <a:t>(a) What are the speed and direction of travel of the</a:t>
            </a:r>
            <a:br>
              <a:rPr lang="en-US" dirty="0"/>
            </a:br>
            <a:r>
              <a:rPr lang="en-US" dirty="0"/>
              <a:t>wave? (b) What is the vertical position of an element of</a:t>
            </a:r>
            <a:br>
              <a:rPr lang="en-US" dirty="0"/>
            </a:br>
            <a:r>
              <a:rPr lang="en-US" dirty="0"/>
              <a:t>the string at </a:t>
            </a:r>
            <a:r>
              <a:rPr lang="en-US" i="1" dirty="0"/>
              <a:t>t </a:t>
            </a:r>
            <a:r>
              <a:rPr lang="en-US" i="1" dirty="0" smtClean="0"/>
              <a:t>= </a:t>
            </a:r>
            <a:r>
              <a:rPr lang="en-US" dirty="0" smtClean="0"/>
              <a:t>0</a:t>
            </a:r>
            <a:r>
              <a:rPr lang="en-US" dirty="0"/>
              <a:t>, </a:t>
            </a:r>
            <a:r>
              <a:rPr lang="en-US" i="1" dirty="0"/>
              <a:t>x </a:t>
            </a:r>
            <a:r>
              <a:rPr lang="en-US" i="1" dirty="0" smtClean="0"/>
              <a:t>= </a:t>
            </a:r>
            <a:r>
              <a:rPr lang="en-US" dirty="0" smtClean="0"/>
              <a:t>0.100 </a:t>
            </a:r>
            <a:r>
              <a:rPr lang="en-US" dirty="0"/>
              <a:t>m? (c) What are the wavelength and frequency of the wave? (d) What is the maximum transverse speed of an element of the string?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400807"/>
              </p:ext>
            </p:extLst>
          </p:nvPr>
        </p:nvGraphicFramePr>
        <p:xfrm>
          <a:off x="3276600" y="2667000"/>
          <a:ext cx="5071782" cy="91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7" name="Equation" r:id="rId3" imgW="2400120" imgH="431640" progId="Equation.3">
                  <p:embed/>
                </p:oleObj>
              </mc:Choice>
              <mc:Fallback>
                <p:oleObj name="Equation" r:id="rId3" imgW="240012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2667000"/>
                        <a:ext cx="5071782" cy="91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299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16.2 </a:t>
            </a:r>
            <a:r>
              <a:rPr lang="en-US" dirty="0" smtClean="0"/>
              <a:t>Problem 5 (Solution)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17713"/>
            <a:ext cx="11430000" cy="4459288"/>
          </a:xfrm>
        </p:spPr>
        <p:txBody>
          <a:bodyPr/>
          <a:lstStyle/>
          <a:p>
            <a:r>
              <a:rPr lang="en-US" dirty="0"/>
              <a:t>The wave function for a traveling wave on a taut </a:t>
            </a:r>
            <a:r>
              <a:rPr lang="en-US" dirty="0" smtClean="0"/>
              <a:t>string is </a:t>
            </a:r>
            <a:r>
              <a:rPr lang="en-US" dirty="0"/>
              <a:t>(in SI units</a:t>
            </a:r>
            <a:r>
              <a:rPr lang="en-US" dirty="0" smtClean="0"/>
              <a:t>)                                        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654086"/>
              </p:ext>
            </p:extLst>
          </p:nvPr>
        </p:nvGraphicFramePr>
        <p:xfrm>
          <a:off x="3276600" y="2667000"/>
          <a:ext cx="5071782" cy="91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0" name="Equation" r:id="rId3" imgW="2400120" imgH="431640" progId="Equation.3">
                  <p:embed/>
                </p:oleObj>
              </mc:Choice>
              <mc:Fallback>
                <p:oleObj name="Equation" r:id="rId3" imgW="240012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2667000"/>
                        <a:ext cx="5071782" cy="91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465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7 and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17712"/>
            <a:ext cx="11430000" cy="4383088"/>
          </a:xfrm>
        </p:spPr>
        <p:txBody>
          <a:bodyPr/>
          <a:lstStyle/>
          <a:p>
            <a:r>
              <a:rPr lang="en-US" dirty="0"/>
              <a:t>A sinusoidal wave is traveling along a rope. The oscillator</a:t>
            </a:r>
            <a:br>
              <a:rPr lang="en-US" dirty="0"/>
            </a:br>
            <a:r>
              <a:rPr lang="en-US" dirty="0"/>
              <a:t>that generates the wave completes 40.0 vibrations in 30.0 s.</a:t>
            </a:r>
            <a:br>
              <a:rPr lang="en-US" dirty="0"/>
            </a:br>
            <a:r>
              <a:rPr lang="en-US" dirty="0"/>
              <a:t>Also, a given maximum travels 425 cm along the rope in</a:t>
            </a:r>
            <a:br>
              <a:rPr lang="en-US" dirty="0"/>
            </a:br>
            <a:r>
              <a:rPr lang="en-US" dirty="0"/>
              <a:t>10.0 s. What is the wavelength of the wave</a:t>
            </a:r>
            <a:r>
              <a:rPr lang="en-US" dirty="0" smtClean="0"/>
              <a:t>?</a:t>
            </a:r>
          </a:p>
          <a:p>
            <a:r>
              <a:rPr lang="en-US" dirty="0" smtClean="0"/>
              <a:t>For </a:t>
            </a:r>
            <a:r>
              <a:rPr lang="en-US" dirty="0"/>
              <a:t>a certain transverse wave, the distance between two</a:t>
            </a:r>
            <a:br>
              <a:rPr lang="en-US" dirty="0"/>
            </a:br>
            <a:r>
              <a:rPr lang="en-US" dirty="0"/>
              <a:t>successive crests is 1.20 m, and eight crests pass a given</a:t>
            </a:r>
            <a:br>
              <a:rPr lang="en-US" dirty="0"/>
            </a:br>
            <a:r>
              <a:rPr lang="en-US" dirty="0"/>
              <a:t>point along the direction of travel every 12.0 s. Calculate</a:t>
            </a:r>
            <a:br>
              <a:rPr lang="en-US" dirty="0"/>
            </a:br>
            <a:r>
              <a:rPr lang="en-US" dirty="0"/>
              <a:t>the wave speed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64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7 and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17712"/>
            <a:ext cx="11430000" cy="4383088"/>
          </a:xfrm>
        </p:spPr>
        <p:txBody>
          <a:bodyPr/>
          <a:lstStyle/>
          <a:p>
            <a:r>
              <a:rPr lang="en-US" dirty="0"/>
              <a:t>A sinusoidal wave is traveling along a rope. The oscillator</a:t>
            </a:r>
            <a:br>
              <a:rPr lang="en-US" dirty="0"/>
            </a:br>
            <a:r>
              <a:rPr lang="en-US" dirty="0"/>
              <a:t>that generates the wave completes 40.0 vibrations in 30.0 s.</a:t>
            </a:r>
            <a:br>
              <a:rPr lang="en-US" dirty="0"/>
            </a:br>
            <a:r>
              <a:rPr lang="en-US" dirty="0"/>
              <a:t>Also, a given maximum travels 425 cm along the rope in</a:t>
            </a:r>
            <a:br>
              <a:rPr lang="en-US" dirty="0"/>
            </a:br>
            <a:r>
              <a:rPr lang="en-US" dirty="0"/>
              <a:t>10.0 s. What is the wavelength of the wave</a:t>
            </a:r>
            <a:r>
              <a:rPr lang="en-US" dirty="0" smtClean="0"/>
              <a:t>?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1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7 and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17712"/>
            <a:ext cx="11430000" cy="4383088"/>
          </a:xfrm>
        </p:spPr>
        <p:txBody>
          <a:bodyPr/>
          <a:lstStyle/>
          <a:p>
            <a:r>
              <a:rPr lang="en-US" dirty="0" smtClean="0"/>
              <a:t>For </a:t>
            </a:r>
            <a:r>
              <a:rPr lang="en-US" dirty="0"/>
              <a:t>a certain transverse wave, the distance between two</a:t>
            </a:r>
            <a:br>
              <a:rPr lang="en-US" dirty="0"/>
            </a:br>
            <a:r>
              <a:rPr lang="en-US" dirty="0"/>
              <a:t>successive crests is 1.20 m, and eight crests pass a given</a:t>
            </a:r>
            <a:br>
              <a:rPr lang="en-US" dirty="0"/>
            </a:br>
            <a:r>
              <a:rPr lang="en-US" dirty="0"/>
              <a:t>point along the direction of travel every 12.0 s. Calculate</a:t>
            </a:r>
            <a:br>
              <a:rPr lang="en-US" dirty="0"/>
            </a:br>
            <a:r>
              <a:rPr lang="en-US" dirty="0"/>
              <a:t>the wave speed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57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7712"/>
            <a:ext cx="10584260" cy="4459287"/>
          </a:xfrm>
        </p:spPr>
        <p:txBody>
          <a:bodyPr/>
          <a:lstStyle/>
          <a:p>
            <a:r>
              <a:rPr lang="en-US" dirty="0"/>
              <a:t>A wave is described by </a:t>
            </a:r>
            <a:r>
              <a:rPr lang="en-US" i="1" dirty="0" smtClean="0"/>
              <a:t>y = </a:t>
            </a:r>
            <a:r>
              <a:rPr lang="en-US" dirty="0"/>
              <a:t>(2.00 cm) </a:t>
            </a:r>
            <a:r>
              <a:rPr lang="en-US" dirty="0" smtClean="0"/>
              <a:t>sin (</a:t>
            </a:r>
            <a:r>
              <a:rPr lang="en-US" i="1" dirty="0" err="1" smtClean="0"/>
              <a:t>kx</a:t>
            </a:r>
            <a:r>
              <a:rPr lang="en-US" i="1" dirty="0" smtClean="0"/>
              <a:t> </a:t>
            </a:r>
            <a:r>
              <a:rPr lang="en-US" dirty="0"/>
              <a:t>-</a:t>
            </a:r>
            <a:r>
              <a:rPr lang="en-US" dirty="0" err="1" smtClean="0"/>
              <a:t>v</a:t>
            </a:r>
            <a:r>
              <a:rPr lang="en-US" i="1" dirty="0" err="1" smtClean="0"/>
              <a:t>t</a:t>
            </a:r>
            <a:r>
              <a:rPr lang="en-US" dirty="0"/>
              <a:t>), </a:t>
            </a:r>
            <a:r>
              <a:rPr lang="en-US" dirty="0" smtClean="0"/>
              <a:t>where </a:t>
            </a:r>
            <a:r>
              <a:rPr lang="en-US" i="1" dirty="0" smtClean="0"/>
              <a:t>k = </a:t>
            </a:r>
            <a:r>
              <a:rPr lang="en-US" dirty="0" smtClean="0"/>
              <a:t>2.11 </a:t>
            </a:r>
            <a:r>
              <a:rPr lang="en-US" dirty="0"/>
              <a:t>rad/m, </a:t>
            </a:r>
            <a:r>
              <a:rPr lang="el-GR" dirty="0" smtClean="0">
                <a:latin typeface="Garamond"/>
              </a:rPr>
              <a:t>ω</a:t>
            </a:r>
            <a:r>
              <a:rPr lang="en-US" dirty="0" smtClean="0">
                <a:latin typeface="Garamond"/>
              </a:rPr>
              <a:t> =</a:t>
            </a:r>
            <a:r>
              <a:rPr lang="en-US" dirty="0" smtClean="0"/>
              <a:t> </a:t>
            </a:r>
            <a:r>
              <a:rPr lang="en-US" dirty="0"/>
              <a:t>3.62 rad/s, </a:t>
            </a:r>
            <a:r>
              <a:rPr lang="en-US" i="1" dirty="0"/>
              <a:t>x </a:t>
            </a:r>
            <a:r>
              <a:rPr lang="en-US" dirty="0"/>
              <a:t>is in meters, and </a:t>
            </a:r>
            <a:r>
              <a:rPr lang="en-US" i="1" dirty="0"/>
              <a:t>t </a:t>
            </a:r>
            <a:r>
              <a:rPr lang="en-US" dirty="0"/>
              <a:t>is </a:t>
            </a:r>
            <a:r>
              <a:rPr lang="en-US" dirty="0" smtClean="0"/>
              <a:t>in seconds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Determine </a:t>
            </a:r>
            <a:r>
              <a:rPr lang="en-US" dirty="0"/>
              <a:t>the amplitude, wavelength, frequency, and speed of the wave.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4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17712"/>
            <a:ext cx="10812860" cy="4154488"/>
          </a:xfrm>
        </p:spPr>
        <p:txBody>
          <a:bodyPr/>
          <a:lstStyle/>
          <a:p>
            <a:r>
              <a:rPr lang="en-US" dirty="0"/>
              <a:t>When a particular wire is vibrating with a frequency </a:t>
            </a:r>
            <a:r>
              <a:rPr lang="en-US" dirty="0" smtClean="0"/>
              <a:t>of 4.00 </a:t>
            </a:r>
            <a:r>
              <a:rPr lang="en-US" dirty="0"/>
              <a:t>Hz, a transverse wave of wavelength 60.0 cm is produced. Determine the speed of waves along the wire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2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17712"/>
            <a:ext cx="10965260" cy="4306887"/>
          </a:xfrm>
        </p:spPr>
        <p:txBody>
          <a:bodyPr/>
          <a:lstStyle/>
          <a:p>
            <a:r>
              <a:rPr lang="en-US" dirty="0"/>
              <a:t>A telephone cord is 4.00 m long. The cord has a mass of</a:t>
            </a:r>
            <a:br>
              <a:rPr lang="en-US" dirty="0"/>
            </a:br>
            <a:r>
              <a:rPr lang="en-US" dirty="0"/>
              <a:t>0.200 kg. A transverse pulse is produced by plucking one</a:t>
            </a:r>
            <a:br>
              <a:rPr lang="en-US" dirty="0"/>
            </a:br>
            <a:r>
              <a:rPr lang="en-US" dirty="0"/>
              <a:t>end of the taut cord. The pulse makes four trips down</a:t>
            </a:r>
            <a:br>
              <a:rPr lang="en-US" dirty="0"/>
            </a:br>
            <a:r>
              <a:rPr lang="en-US" dirty="0"/>
              <a:t>and back along the cord in 0.800 s. What is the tension in</a:t>
            </a:r>
            <a:br>
              <a:rPr lang="en-US" dirty="0"/>
            </a:br>
            <a:r>
              <a:rPr lang="en-US" dirty="0"/>
              <a:t>the cord?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63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17712"/>
            <a:ext cx="11049000" cy="4306888"/>
          </a:xfrm>
        </p:spPr>
        <p:txBody>
          <a:bodyPr/>
          <a:lstStyle/>
          <a:p>
            <a:r>
              <a:rPr lang="en-US" dirty="0"/>
              <a:t>A transverse traveling wave on a taut wire has an amplitude of 0.200 mm and a frequency of 500 Hz. It </a:t>
            </a:r>
            <a:r>
              <a:rPr lang="en-US" dirty="0" smtClean="0"/>
              <a:t>travels with </a:t>
            </a:r>
            <a:r>
              <a:rPr lang="en-US" dirty="0"/>
              <a:t>a speed of 196 m/s. (a) Write an equation in SI </a:t>
            </a:r>
            <a:r>
              <a:rPr lang="en-US" dirty="0" smtClean="0"/>
              <a:t>units of </a:t>
            </a:r>
            <a:r>
              <a:rPr lang="en-US" dirty="0"/>
              <a:t>the form </a:t>
            </a:r>
            <a:r>
              <a:rPr lang="en-US" i="1" dirty="0"/>
              <a:t>y </a:t>
            </a:r>
            <a:r>
              <a:rPr lang="en-US" i="1" dirty="0" smtClean="0"/>
              <a:t>= A </a:t>
            </a:r>
            <a:r>
              <a:rPr lang="en-US" dirty="0"/>
              <a:t>sin (</a:t>
            </a:r>
            <a:r>
              <a:rPr lang="en-US" i="1" dirty="0" err="1"/>
              <a:t>kx</a:t>
            </a:r>
            <a:r>
              <a:rPr lang="en-US" i="1" dirty="0"/>
              <a:t> </a:t>
            </a:r>
            <a:r>
              <a:rPr lang="en-US" dirty="0"/>
              <a:t>-</a:t>
            </a:r>
            <a:r>
              <a:rPr lang="en-US" dirty="0" smtClean="0"/>
              <a:t> </a:t>
            </a:r>
            <a:r>
              <a:rPr lang="en-US" dirty="0" err="1"/>
              <a:t>v</a:t>
            </a:r>
            <a:r>
              <a:rPr lang="en-US" i="1" dirty="0" err="1"/>
              <a:t>t</a:t>
            </a:r>
            <a:r>
              <a:rPr lang="en-US" dirty="0"/>
              <a:t>) for this wave.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b) </a:t>
            </a:r>
            <a:r>
              <a:rPr lang="en-US" dirty="0" smtClean="0"/>
              <a:t>The mass </a:t>
            </a:r>
            <a:r>
              <a:rPr lang="en-US" dirty="0"/>
              <a:t>per unit length of this wire is 4.10 g/m. </a:t>
            </a:r>
            <a:r>
              <a:rPr lang="en-US" dirty="0" smtClean="0"/>
              <a:t>Find the tension </a:t>
            </a:r>
            <a:r>
              <a:rPr lang="en-US" dirty="0"/>
              <a:t>in the wire.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3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E5669-3285-491F-952E-E351797FBD7B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Homework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Ch. 16, P. 506, </a:t>
            </a:r>
            <a:r>
              <a:rPr lang="en-US" altLang="en-US" b="1" u="sng"/>
              <a:t>Problems</a:t>
            </a:r>
            <a:r>
              <a:rPr lang="en-US" altLang="en-US"/>
              <a:t>: #10, 12, 13, 16, 21.</a:t>
            </a:r>
          </a:p>
          <a:p>
            <a:r>
              <a:rPr lang="en-US" altLang="en-US" u="sng"/>
              <a:t>Hints</a:t>
            </a:r>
            <a:r>
              <a:rPr lang="en-US" altLang="en-US"/>
              <a:t>: </a:t>
            </a:r>
          </a:p>
          <a:p>
            <a:pPr lvl="1"/>
            <a:r>
              <a:rPr lang="en-US" altLang="en-US"/>
              <a:t>In #10, find the wave speed v first.</a:t>
            </a:r>
          </a:p>
          <a:p>
            <a:pPr lvl="1"/>
            <a:r>
              <a:rPr lang="en-US" altLang="en-US"/>
              <a:t>In #12, set the phase difference at point A and B to be: (</a:t>
            </a:r>
            <a:r>
              <a:rPr lang="en-US" altLang="en-US">
                <a:sym typeface="Symbol" pitchFamily="18" charset="2"/>
              </a:rPr>
              <a:t>Phase at</a:t>
            </a:r>
            <a:r>
              <a:rPr lang="en-US" altLang="en-US" baseline="-25000">
                <a:sym typeface="Symbol" pitchFamily="18" charset="2"/>
              </a:rPr>
              <a:t> </a:t>
            </a:r>
            <a:r>
              <a:rPr lang="en-US" altLang="en-US">
                <a:sym typeface="Symbol" pitchFamily="18" charset="2"/>
              </a:rPr>
              <a:t>B) – (Phase at A)</a:t>
            </a:r>
            <a:r>
              <a:rPr lang="en-US" altLang="en-US" baseline="-25000">
                <a:sym typeface="Symbol" pitchFamily="18" charset="2"/>
              </a:rPr>
              <a:t> </a:t>
            </a:r>
            <a:r>
              <a:rPr lang="en-US" altLang="en-US">
                <a:sym typeface="Symbol" pitchFamily="18" charset="2"/>
              </a:rPr>
              <a:t> =  /3 rad; then solve for x</a:t>
            </a:r>
            <a:r>
              <a:rPr lang="en-US" altLang="en-US" baseline="-25000">
                <a:sym typeface="Symbol" pitchFamily="18" charset="2"/>
              </a:rPr>
              <a:t>B</a:t>
            </a:r>
            <a:r>
              <a:rPr lang="en-US" altLang="en-US">
                <a:sym typeface="Symbol" pitchFamily="18" charset="2"/>
              </a:rPr>
              <a:t>.</a:t>
            </a: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96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2116</TotalTime>
  <Words>2779</Words>
  <Application>Microsoft Office PowerPoint</Application>
  <PresentationFormat>Custom</PresentationFormat>
  <Paragraphs>346</Paragraphs>
  <Slides>73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Blends</vt:lpstr>
      <vt:lpstr>Equation</vt:lpstr>
      <vt:lpstr>Microsoft Equation 3.0</vt:lpstr>
      <vt:lpstr>PowerPoint Presentation</vt:lpstr>
      <vt:lpstr>Chapter 16</vt:lpstr>
      <vt:lpstr>What is a wave?</vt:lpstr>
      <vt:lpstr>Types of Waves</vt:lpstr>
      <vt:lpstr>General Features of Waves</vt:lpstr>
      <vt:lpstr>Mechanical Wave Requirements</vt:lpstr>
      <vt:lpstr>Pulse on a Rope</vt:lpstr>
      <vt:lpstr>Pulse on a Rope</vt:lpstr>
      <vt:lpstr>Transverse Wave</vt:lpstr>
      <vt:lpstr>travelling transverse wave</vt:lpstr>
      <vt:lpstr>Longitudinal Wave</vt:lpstr>
      <vt:lpstr>Sound wave travelling through the air</vt:lpstr>
      <vt:lpstr>Complex Waves</vt:lpstr>
      <vt:lpstr>Example: Earthquake Waves </vt:lpstr>
      <vt:lpstr>Example: Earthquake Waves </vt:lpstr>
      <vt:lpstr>Traveling Pulse</vt:lpstr>
      <vt:lpstr>Traveling Pulse, 2</vt:lpstr>
      <vt:lpstr>Traveling Pulse, 3</vt:lpstr>
      <vt:lpstr>Traveling Pulse, final</vt:lpstr>
      <vt:lpstr>Example 16.1</vt:lpstr>
      <vt:lpstr>Example 16.1</vt:lpstr>
      <vt:lpstr>Sinusoidal Waves</vt:lpstr>
      <vt:lpstr>Sinusoidal Waves, cont</vt:lpstr>
      <vt:lpstr>Terminology: Amplitude and Wavelength</vt:lpstr>
      <vt:lpstr>Terminology: Wavelength and Period</vt:lpstr>
      <vt:lpstr>Terminology: Frequency</vt:lpstr>
      <vt:lpstr>Terminology: Frequency, cont</vt:lpstr>
      <vt:lpstr>Terminology, Example</vt:lpstr>
      <vt:lpstr>Speed of Waves</vt:lpstr>
      <vt:lpstr>Wave Function, Another Form</vt:lpstr>
      <vt:lpstr>Wave Equations</vt:lpstr>
      <vt:lpstr>Wave Equations, cont</vt:lpstr>
      <vt:lpstr>Example 16.2</vt:lpstr>
      <vt:lpstr>Example 16.2</vt:lpstr>
      <vt:lpstr>Sinusoidal Wave on a String</vt:lpstr>
      <vt:lpstr>Sinusoidal Wave on a String, 2</vt:lpstr>
      <vt:lpstr>Sinusoidal Wave on a String, 3</vt:lpstr>
      <vt:lpstr>Sinusoidal Wave on a String, 4</vt:lpstr>
      <vt:lpstr>The motion of any particle on the string</vt:lpstr>
      <vt:lpstr>Sinusoidal Wave on a String, 5</vt:lpstr>
      <vt:lpstr>Speed of a Wave on a String</vt:lpstr>
      <vt:lpstr>PowerPoint Presentation</vt:lpstr>
      <vt:lpstr>Example 16.4</vt:lpstr>
      <vt:lpstr>Reflection of a Wave, Fixed End</vt:lpstr>
      <vt:lpstr>Reflection of a Wave, Free End</vt:lpstr>
      <vt:lpstr>Transmission of a Wave</vt:lpstr>
      <vt:lpstr>Transmission of a Wave, 2</vt:lpstr>
      <vt:lpstr>Transmission of a Wave, 3</vt:lpstr>
      <vt:lpstr>Transmission of a Wave, 4</vt:lpstr>
      <vt:lpstr>Energy in Waves in a String </vt:lpstr>
      <vt:lpstr>Energy, cont.</vt:lpstr>
      <vt:lpstr>Energy, cont.</vt:lpstr>
      <vt:lpstr>Energy, final</vt:lpstr>
      <vt:lpstr>Power Associated with a Wave</vt:lpstr>
      <vt:lpstr>Example 16.4 </vt:lpstr>
      <vt:lpstr>Example 16.4 </vt:lpstr>
      <vt:lpstr>The Linear Wave Equation</vt:lpstr>
      <vt:lpstr>Linear Wave Equation Applied to a Wave on a String </vt:lpstr>
      <vt:lpstr>Linear Wave Equation Applied to Wave on a String</vt:lpstr>
      <vt:lpstr>Linear Wave Equation Applied to Wave on a String</vt:lpstr>
      <vt:lpstr>Linear Wave Equation and Waves on a String, cont</vt:lpstr>
      <vt:lpstr>Linear Wave Equation, General</vt:lpstr>
      <vt:lpstr>Linear Wave Equation, General cont</vt:lpstr>
      <vt:lpstr>Section 16.2 Problem 5</vt:lpstr>
      <vt:lpstr>Section 16.2 Problem 5 (Solution)</vt:lpstr>
      <vt:lpstr>Problem 7 and 8</vt:lpstr>
      <vt:lpstr>Problem 7 and 8</vt:lpstr>
      <vt:lpstr>Problem 7 and 8</vt:lpstr>
      <vt:lpstr>Problem 9</vt:lpstr>
      <vt:lpstr>Problem 10</vt:lpstr>
      <vt:lpstr>Problem 21</vt:lpstr>
      <vt:lpstr>Problem 22</vt:lpstr>
      <vt:lpstr>Homework</vt:lpstr>
    </vt:vector>
  </TitlesOfParts>
  <Company>Next Step Program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</dc:title>
  <dc:creator>Marilyn Akins</dc:creator>
  <cp:lastModifiedBy>Ali</cp:lastModifiedBy>
  <cp:revision>54</cp:revision>
  <dcterms:created xsi:type="dcterms:W3CDTF">2003-11-22T00:29:06Z</dcterms:created>
  <dcterms:modified xsi:type="dcterms:W3CDTF">2020-05-13T10:35:39Z</dcterms:modified>
</cp:coreProperties>
</file>