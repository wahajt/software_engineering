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2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680"/>
            <a:ext cx="9144000" cy="2164715"/>
          </a:xfrm>
        </p:spPr>
        <p:txBody>
          <a:bodyPr/>
          <a:lstStyle/>
          <a:p>
            <a:r>
              <a:rPr lang="en-US" b="1" dirty="0"/>
              <a:t>Sources Of Ethical Values</a:t>
            </a:r>
            <a:endParaRPr 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243070"/>
            <a:ext cx="9144000" cy="1014730"/>
          </a:xfrm>
        </p:spPr>
        <p:txBody>
          <a:bodyPr/>
          <a:lstStyle/>
          <a:p>
            <a:r>
              <a:rPr lang="en-US" b="1"/>
              <a:t>By: Anwar ul haq</a:t>
            </a:r>
            <a:endParaRPr lang="en-US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63220"/>
            <a:ext cx="10515600" cy="5814060"/>
          </a:xfrm>
        </p:spPr>
        <p:txBody>
          <a:bodyPr/>
          <a:p>
            <a:r>
              <a:rPr lang="en-US"/>
              <a:t>Ethical values is related to human nature &amp; reflects the human behaviour.</a:t>
            </a:r>
            <a:endParaRPr lang="en-US"/>
          </a:p>
          <a:p>
            <a:endParaRPr lang="en-US"/>
          </a:p>
          <a:p>
            <a:r>
              <a:rPr lang="en-US"/>
              <a:t>As society is made by people and their behaviour,ethics plays an important role in human society.</a:t>
            </a:r>
            <a:endParaRPr lang="en-US"/>
          </a:p>
          <a:p>
            <a:endParaRPr lang="en-US"/>
          </a:p>
          <a:p>
            <a:r>
              <a:rPr lang="en-US"/>
              <a:t>Ethics is the study of character of people expressed as right &amp; wrong,good or bad etc.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/>
              <a:t>The Main Sources Of Ethical Values Are: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Religion</a:t>
            </a:r>
            <a:endParaRPr lang="en-US"/>
          </a:p>
          <a:p>
            <a:r>
              <a:rPr lang="en-US"/>
              <a:t>Society</a:t>
            </a:r>
            <a:endParaRPr lang="en-US"/>
          </a:p>
          <a:p>
            <a:r>
              <a:rPr lang="en-US"/>
              <a:t>Legal System</a:t>
            </a:r>
            <a:endParaRPr lang="en-US"/>
          </a:p>
          <a:p>
            <a:r>
              <a:rPr lang="en-US"/>
              <a:t>Customs</a:t>
            </a:r>
            <a:endParaRPr lang="en-US"/>
          </a:p>
          <a:p>
            <a:r>
              <a:rPr lang="en-US"/>
              <a:t>Workplace</a:t>
            </a:r>
            <a:endParaRPr lang="en-US"/>
          </a:p>
          <a:p>
            <a:r>
              <a:rPr lang="en-US"/>
              <a:t>Nature</a:t>
            </a:r>
            <a:endParaRPr lang="en-US"/>
          </a:p>
          <a:p>
            <a:r>
              <a:rPr lang="en-US"/>
              <a:t>Culture.</a:t>
            </a:r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Religion: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Religion is the oldest source of ethical values.</a:t>
            </a:r>
            <a:endParaRPr lang="en-US"/>
          </a:p>
          <a:p>
            <a:r>
              <a:rPr lang="en-US"/>
              <a:t>Every religion has given clear expression of what is right &amp; what is wrong in all walk of life.</a:t>
            </a: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/>
              <a:t>Society: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Society gives the moral code of conduct to be followed and learn how to behave and what to do.</a:t>
            </a: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Legal System: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The legal system of a country guide behaviour of the people.</a:t>
            </a:r>
            <a:endParaRPr lang="en-US"/>
          </a:p>
          <a:p>
            <a:r>
              <a:rPr lang="en-US"/>
              <a:t>what legal system define is binding on society.</a:t>
            </a: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Customs: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The people learn ethical values from their ancestors in the form of different habits and behaviours</a:t>
            </a:r>
            <a:endParaRPr lang="en-US"/>
          </a:p>
          <a:p>
            <a:r>
              <a:rPr lang="en-US"/>
              <a:t>i.e. Right,actions,good deeds,honesty etc.</a:t>
            </a:r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Workplace: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Workplace has been helping the bussiness in learning and developing the workplace code of conduct </a:t>
            </a:r>
            <a:endParaRPr lang="en-US"/>
          </a:p>
          <a:p>
            <a:r>
              <a:rPr lang="en-US"/>
              <a:t>E.g:</a:t>
            </a:r>
            <a:endParaRPr lang="en-US"/>
          </a:p>
          <a:p>
            <a:r>
              <a:rPr lang="en-US"/>
              <a:t>Being honest with whom you promise ,being transparent with actions.</a:t>
            </a:r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Nature: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Nature is the most important source of ethics.</a:t>
            </a:r>
            <a:endParaRPr lang="en-US"/>
          </a:p>
          <a:p>
            <a:r>
              <a:rPr lang="en-US"/>
              <a:t>Each and every element of nature communicate ethical values .</a:t>
            </a:r>
            <a:endParaRPr lang="en-US"/>
          </a:p>
          <a:p>
            <a:r>
              <a:rPr lang="en-US"/>
              <a:t>E.g:</a:t>
            </a:r>
            <a:endParaRPr lang="en-US"/>
          </a:p>
          <a:p>
            <a:r>
              <a:rPr lang="en-US"/>
              <a:t>Day &amp; night , Moon, sun ,stars ,earth, hills and rivers etc.</a:t>
            </a:r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Culture: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Culture is the collection of important understanding that memmbers of a community observe in common.</a:t>
            </a:r>
            <a:endParaRPr lang="en-US"/>
          </a:p>
          <a:p>
            <a:r>
              <a:rPr lang="en-US"/>
              <a:t>E.g:</a:t>
            </a:r>
            <a:endParaRPr lang="en-US"/>
          </a:p>
          <a:p>
            <a:r>
              <a:rPr lang="en-US"/>
              <a:t>Concept of morality</a:t>
            </a:r>
            <a:endParaRPr lang="en-US"/>
          </a:p>
          <a:p>
            <a:r>
              <a:rPr lang="en-US"/>
              <a:t>Code of conduct etc.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1424</Words>
  <Application>WPS Presentation</Application>
  <PresentationFormat>Widescreen</PresentationFormat>
  <Paragraphs>60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Sources Of Ethical Values</dc:title>
  <dc:creator/>
  <cp:lastModifiedBy>ACS</cp:lastModifiedBy>
  <cp:revision>1</cp:revision>
  <dcterms:created xsi:type="dcterms:W3CDTF">2020-04-23T05:51:36Z</dcterms:created>
  <dcterms:modified xsi:type="dcterms:W3CDTF">2020-04-23T05:51:36Z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1033-11.2.0.9281</vt:lpwstr>
  </property>
</Properties>
</file>