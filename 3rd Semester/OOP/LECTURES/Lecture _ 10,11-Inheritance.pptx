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5"/>
  </p:notesMasterIdLst>
  <p:sldIdLst>
    <p:sldId id="838" r:id="rId2"/>
    <p:sldId id="775" r:id="rId3"/>
    <p:sldId id="776" r:id="rId4"/>
    <p:sldId id="778" r:id="rId5"/>
    <p:sldId id="777" r:id="rId6"/>
    <p:sldId id="693" r:id="rId7"/>
    <p:sldId id="694" r:id="rId8"/>
    <p:sldId id="695" r:id="rId9"/>
    <p:sldId id="779" r:id="rId10"/>
    <p:sldId id="696" r:id="rId11"/>
    <p:sldId id="697" r:id="rId12"/>
    <p:sldId id="698" r:id="rId13"/>
    <p:sldId id="699" r:id="rId14"/>
    <p:sldId id="700" r:id="rId15"/>
    <p:sldId id="701" r:id="rId16"/>
    <p:sldId id="702" r:id="rId17"/>
    <p:sldId id="780" r:id="rId18"/>
    <p:sldId id="781" r:id="rId19"/>
    <p:sldId id="782" r:id="rId20"/>
    <p:sldId id="783" r:id="rId21"/>
    <p:sldId id="703" r:id="rId22"/>
    <p:sldId id="784" r:id="rId23"/>
    <p:sldId id="704" r:id="rId24"/>
    <p:sldId id="785" r:id="rId25"/>
    <p:sldId id="786" r:id="rId26"/>
    <p:sldId id="787" r:id="rId27"/>
    <p:sldId id="788" r:id="rId28"/>
    <p:sldId id="789" r:id="rId29"/>
    <p:sldId id="790" r:id="rId30"/>
    <p:sldId id="791" r:id="rId31"/>
    <p:sldId id="792" r:id="rId32"/>
    <p:sldId id="793" r:id="rId33"/>
    <p:sldId id="794" r:id="rId34"/>
    <p:sldId id="795" r:id="rId35"/>
    <p:sldId id="796" r:id="rId36"/>
    <p:sldId id="797" r:id="rId37"/>
    <p:sldId id="705" r:id="rId38"/>
    <p:sldId id="840" r:id="rId39"/>
    <p:sldId id="706" r:id="rId40"/>
    <p:sldId id="841" r:id="rId41"/>
    <p:sldId id="842" r:id="rId42"/>
    <p:sldId id="843" r:id="rId43"/>
    <p:sldId id="844" r:id="rId44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52" autoAdjust="0"/>
    <p:restoredTop sz="87762" autoAdjust="0"/>
  </p:normalViewPr>
  <p:slideViewPr>
    <p:cSldViewPr>
      <p:cViewPr varScale="1">
        <p:scale>
          <a:sx n="64" d="100"/>
          <a:sy n="64" d="100"/>
        </p:scale>
        <p:origin x="1476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4965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4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90.30717" units="1/cm"/>
          <inkml:channelProperty channel="Y" name="resolution" value="46.54546" units="1/cm"/>
          <inkml:channelProperty channel="T" name="resolution" value="1" units="1/dev"/>
        </inkml:channelProperties>
      </inkml:inkSource>
      <inkml:timestamp xml:id="ts0" timeString="2020-03-11T03:58:52.9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17000 10970 0,'0'80'235,"-79"-1"-220,79 0 1,-40-39-1,0-1-15,40 41 16,0-41 0,-39 1-1,39 39 1,-40-39 0,40 39-1,0 0 16,0-39-15,0-1 0,40 1-16,-1-40 15,1 39 17,-40 1-1,79 0-16,-39-1 1,39 80-16,80-40 16,-1 40-1,80 0 1,0-80-16,39 1 16,0-40-1,-118 0 1,39-40-1,79 1-15,1-1 16,-1-39 0,-79 39-1,-79 40-15,0 0 16,0-39 0,-80 39-1,41-40-15,-1 1 16,40-1-1,-40 0 1,-39 1-16,39 39 16,-79-40 15,79-79-31,-39 40 16,39 0-1,-79 0 1,79 0-1,-79 39-15,0 0 16,0-39 0,0 0-1,-79 0-15,-40-1 16,0-38 0,-79 38-1,40 1-15,-40 0 16,79 39-1,0-39 1,40 0 0,-80 0-16,80 0 15,-40-1 1,-40 41 0,80 39-16,0-40 15,0 40 1,-1 0-1,1 0 1,0 0-16,-40 0 16,40 0-1,0 0-15,-40 0 16,39 0 0,-38 0-1,38 40-15,1-1 16,0 1-1,0 0 1,-40-1 0,39 1-16,-78 79 15,79-80 1,39 40 0,-39-79-16,79 40 15,-40 0 16,1-1 16,-1-39-47,40 40 16,-40-1 0,40 1-1,-39-40-15,39 40 16,-40-40 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4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90.30717" units="1/cm"/>
          <inkml:channelProperty channel="Y" name="resolution" value="46.54546" units="1/cm"/>
          <inkml:channelProperty channel="T" name="resolution" value="1" units="1/dev"/>
        </inkml:channelProperties>
      </inkml:inkSource>
      <inkml:timestamp xml:id="ts0" timeString="2020-03-11T04:19:38.2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22944 8396 0,'119'0'250,"-80"0"-234,1 0-1,-40 40 79,-40-1-78,1 1-1,-41 0-15,1 39 16,0-40 0,0-39-1,-1 40-15,1 0 16,39-40 0,1 0-1,39 39-15,-40-39 16,40 40-1,-39-40 1,-1 39 0,0 1-16,1 0 15,-1-40 1,40 39 0,79-39 62,-39 40-63,39-40-15,0 0 16,1 0 0,-1 0-1,-39 0 1,-1 0-16,1 0 47,-1 0 0,1 0-1,-40 39 1,0 1-15,0 0-17,-40-1 1,1 1-16,-1 39 15,-39 0 1,79-39 0,-79 39-16,39-39 15,0-1 1,40 1 0,-39-1-16,-1-39 31,1 40-16,-1-40 1,0 40-16,1-1 16,-1-39-1,0 0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6.62116" units="1/cm"/>
          <inkml:channelProperty channel="Y" name="resolution" value="46.54546" units="1/cm"/>
          <inkml:channelProperty channel="T" name="resolution" value="1" units="1/dev"/>
        </inkml:channelProperties>
      </inkml:inkSource>
      <inkml:timestamp xml:id="ts0" timeString="2020-03-25T03:13:53.167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B0F0"/>
    </inkml:brush>
    <inkml:brush xml:id="br3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3498 5135 0,'25'0'78,"-1"0"-62,26 0-16,0 0 16,24-25-16,0 25 15,-24 0-15,0 0 16,-26 0-16,51 0 15,-25 0-15,-26 0 16,1 0-16,-50 0 125,-24 0-109,-1 0-1</inkml:trace>
  <inkml:trace contextRef="#ctx0" brushRef="#br0" timeOffset="519.3">3671 5259 0,'25'0'31,"50"0"-31,-51 0 16,26 0-16,0 0 15,-26 0-15,51 0 16,-25 0-1,-26 0-15,1 0 16,0 0-16,0 0 0,0 0 16,-1 0-1,1 0 1,0 0 0,0 0-1</inkml:trace>
  <inkml:trace contextRef="#ctx0" brushRef="#br0" timeOffset="4763.53">4019 6970 0,'25'0'94,"-1"0"-94,26 25 15,0-25-15,-26 0 16,76 25-16,-51-25 15,26 0-15,-26 0 16,1 0 0,-1 0-16,-24 0 15</inkml:trace>
  <inkml:trace contextRef="#ctx0" brushRef="#br0" timeOffset="9577.9">6871 6995 0,'50'0'172,"-25"0"-172,-1 0 16,1 0-16,25 0 15,-1 0-15,1 0 16,0 0-16,-1 0 15,26 0-15,-1 0 16,1 0-16,-1 0 16,-24 0-16,24 0 15,25-25-15,-49 25 16,24 0-16,-49 0 16,49-25-16,-49 25 15,25 0-15,24 0 16,-49 0-1,25 0-15,-25 0 16,24 0 0,-24 0-1,0 0-15,0 0 16,24 0-16,26 0 16,-51 0-1,26 0-15,24 0 0,-24 0 16,0 0-16,24 0 15,-24 0 1,-1 0-16,1 0 0,-25 0 16,-1 0-1,26 0-15,0 0 16,-26 0-16,1 0 16,25 0-16,-1 0 15,1 0-15,0 0 16,-1 0-16,1 0 15,0 0-15,24 0 16,0 0-16,-24 0 16,24 0-16,-24 0 15,0 0-15,-1 0 16,1 0-16,-25 0 16,49 0-16,-49 0 15,0 0-15,24 0 16,1 0-16,24 0 15,-24 0-15,24 0 16,1 0-16,-26 0 16,1 0-16,0 0 15,-1 0-15,26 0 16,-26 0-16,1 0 16,-25 0-16,24 0 15,-24 0-15,25 0 16,24 0-16,-24 0 15,24 0-15,-24 0 16,-1 0-16,1 0 16,0 0-16,24 0 15,-24 0-15,24 0 16,-49 0-16,24 0 16,-24 0-16,25 0 15,24 0-15,-49 0 16,0 0-1,0 0-15,-1-24 16,26 24-16,-25 0 16,0 0-16,24 0 15,-24 0-15,0 0 16,0 0-16,-1 0 16,1 0-1,0 0-15,0 0 16,24 0-1,-24 0 1,25 0 0,-25 0-16,24 0 15,-24 0 17,0 0-1,0 0-16,0 0-15,-1 0 16,1 0 0,0 0 187,0-25-203</inkml:trace>
  <inkml:trace contextRef="#ctx0" brushRef="#br0" timeOffset="34177.94">3324 8731 0,'25'0'46,"0"0"-46,24 0 16,-24 0 0,50-25-16,-26 1 15,1-1-15,24 0 16,-49 25-16,25-25 16,-26 25-16,1 0 15,0 0-15,0 0 16,0 0 46,-1 0 1,1 0-32,0 0-15,0 0 15</inkml:trace>
  <inkml:trace contextRef="#ctx0" brushRef="#br0" timeOffset="42634.04">5061 10443 0,'24'0'125,"26"0"-125,0 0 15,24 0-15,25 0 16,0 0-16,75 0 16,-50 0-16,0 0 15,50 0-15,-25 0 16,-1 0-16,-48 0 15,24 0-15,-25 0 16,0 0-16,0 0 16,25 0-16,-49 0 15,24 0-15,-25-25 16,50 25-16,-74 0 16,24 0-16,-24 0 15,0 0-15,49 0 16,-25 0-16,-24 0 15,24 0-15,-24 0 16,24 0-16,1 0 16,-26 0-16,26 0 15,-26 0-15,26 0 16,-1 0-16,25 0 16,-24 0-16,-1 0 15,1 0-15,24 0 16,-25 0-16,1 0 15,-26 0-15,1 0 16,-25 0-16,-1-25 16,1 25-16,0 0 15,0 0 1,0 0 0,-1 0-16,1 0 15,0 0 16,0 0 1,0 0-17,0 0 17</inkml:trace>
  <inkml:trace contextRef="#ctx0" brushRef="#br0" timeOffset="45153.51">20092 1612 0,'0'0'0,"0"25"16,-25 0-16,1 0 15,-26 124 1,25-100-16,0 1 16,1-1-16,-1 1 15,25-25-15,-50 24 16,50 26-16,0-50 16,-50-1-16,50 26 15,-24-25-15,24 0 16,0 24-16,-25-49 15,25 25-15,0 0 32,-25-25-32,25-25 78,25-25-63,24-49-15,-24 25 16,25-25-16,0-1 16,-50 26-16,74 0 15,-49 24-15,-25 0 16,25 26-16,-25-1 16</inkml:trace>
  <inkml:trace contextRef="#ctx0" brushRef="#br0" timeOffset="45790.9">20167 1463 0,'24'0'31,"-24"25"-15,25 50-1,-25-26-15,0 26 0,0-1 16,0-24-16,0-1 16,0-24-16,0 50 15,0-51-15,0 1 16,0 0-16,0 0 15,0 0-15,0-1 16,0 1 0,0 0-1,0 0 48</inkml:trace>
  <inkml:trace contextRef="#ctx0" brushRef="#br0" timeOffset="46528.13">19968 2059 0,'25'0'62,"0"-25"-62,24 0 16,1 0-16,0 25 15,-1 0-15,-24 0 16,0 0 0,0 0-1,-1 0 110,-24-24-93</inkml:trace>
  <inkml:trace contextRef="#ctx0" brushRef="#br0" timeOffset="47456.48">23466 1513 0,'0'50'15,"0"-1"1,0 1-16,0 24 15,0-24 1,0 24-16,0 1 0,0-1 16,0-24-16,0 24 15,0 1-15,0-51 16,0 26 0,0-25-16,0 0 0,0-1 15,0-73 141,24 49-156</inkml:trace>
  <inkml:trace contextRef="#ctx0" brushRef="#br0" timeOffset="50062.6199">23689 1488 0,'0'0'0,"25"0"16,-25 25-1,24-25 1,-24 25 0,0 0-1,0-1 1,0 1 0,-49 0-16,49 0 15,-25 0-15,25 0 16,-25-25-16,0 24 15,1-24-15,-1 50 16,0-50-16,25 25 16,-25-25-16,25 25 15,0-1-15,-25-24 47,50 0 31,50-24-78,-51 24 16,1 0-16,25 0 16,-25 0-16,24 0 15,-24 0-15,0 0 16,24 0-16,1 24 15,-50 1 1,25-25-16,-25 25 16,25 0-16,-25 0 15,24-1 1,1 1-16,-25 0 16,0 0-1,0 24 1,0-24-16,0 0 15,-25 0-15,1 24 16,24-24 0,-50 0-16,50 0 15,-25-25 1,0 25 0,1-25-1,-1 0 1,0 24-16,0-24 15,0 0 48,-24 0-47,24 0-16,0 0 15,0 0 1,1 0-1,24-24 64,0-1-48</inkml:trace>
  <inkml:trace contextRef="#ctx0" brushRef="#br0" timeOffset="51186.64">23689 1587 0,'0'-24'47,"-25"-1"-16,0 25-15,0 0-1,1 0 1,-1 0 0,0 0-1,0 0 32,0 0 0</inkml:trace>
  <inkml:trace contextRef="#ctx0" brushRef="#br0" timeOffset="61914.96">6226 11559 0,'0'25'31,"0"0"-15,0 24-16,-24-24 16,-1 0-16,25 24 15,0-24-15,-25 0 16,0 25-16,25-26 15,0 26 1,-25 0 0,25-26-16,0 26 15,-25-50 1,25 25-16,0 0 16,0-1-16,0 1 15,-24 25 1,24 0-1,0-26 1,0 1-16,0 0 16,-25-25-1,25 25 1,0 0 15,-25-1-31,25 1 16,0 0 15,0 0 0,-74-25 141,24 0-172,-24 0 16,-1 0-16,-24 0 15,25-25-15,-50 25 16,24 0-16,26 0 16,0 0-16,-1 0 15,26 0-15,-26 0 16,50 0-16,-49 0 16,49 0-16,-25 0 15,-24 0-15,49 0 16,-24 0-16,24 0 15,-25 0-15,1 0 16,-1 0-16,0 0 16,26 0-16,-1 0 15,-25 0 1,1 0-16,24 0 16,0 0-16,0 0 15,-24 0-15,24 0 16,0 0-16,-25 0 15,26 0-15,-1 0 16,0 0-16,-25 0 16,25 0-16,-24-25 15,24 25-15,0 0 16,0 0-16,1 0 16,-1 0-16,0 0 15,0 0-15,0 0 16,1 0-16,-26 0 15,25 0-15,0 0 16,1 0-16,-1 0 16,0 0-16,0 0 15,0 0 1,1 0-16,-26 0 16,0 0-16,26 0 15,-1 0-15,-25 0 16,1 0-16,24 0 15,0 0-15,0 0 16,0 0-16,-24 0 16,24 0-1,0 0 1,0 0-16,0 0 16,1 0-1,-1 0-15,0 0 16,-25 0-1,26 0 1,-1 0-16,0 0 16,0 0-1,0 0 17,25-25 202,50 1-218,0-1-16</inkml:trace>
  <inkml:trace contextRef="#ctx0" brushRef="#br0" timeOffset="95663.4">6698 12303 0,'24'0'47,"26"0"-47,24 0 15,-24 0-15,49 0 16,0 0-16,-24 0 16,-1 0-16,-24 0 15,0 0-15,-1 0 16,-24 0-16,25 0 15,-26 0-15,1 0 16,0 0-16,0 0 16,0 0-16,24 0 15,1 0-15,-25 0 16,-1-25-16,1 25 16,0 0-1,0 0-15,0 0 16</inkml:trace>
  <inkml:trace contextRef="#ctx0" brushRef="#br0" timeOffset="99478.95">8930 12278 0,'25'0'31,"0"0"-31,49 0 16,-49 0-16,24 0 15,26 0-15,-26 0 16,26 0-16,-25 0 15,-1 0-15,26 0 16,-26 0-16,1 0 16,-25 0-16,24 0 15,1 0-15,24 0 16,-24 0-16,-1 0 16,1 0-16,24 0 15,1 0-15,-26 0 16,26 0-16,-26 0 15,1 0-15,0 0 16,-1 0-16,26 0 16,-50 0-16,24 0 15,-24 0-15,49 0 16,-49 0-16,25 0 16,-25 0-16,24 0 15,-24 0 1,0 0 15,0 0-31,-1 0 16,26 0-16,0 0 15,-1 25-15,26-25 16,-1 0-16,0 0 16,1 0-16,-50 0 15,49 0-15,1 0 16,-51 0-16,51 0 15,-50 0 1,-1 0-16,1 0 16,0 0-1,0 0 17,0 0-1,-1 0-16,1 0-15,0 0 16,0 0 0,0 0-16,-1 0 15,1 0-15,0 0 16,0 0 31,0 0 0,-1 0-32</inkml:trace>
  <inkml:trace contextRef="#ctx0" brushRef="#br1" timeOffset="117623.49">21952 4192 0,'0'-25'0,"-24"0"47,-1 1-16,0 24-31,-25 0 16,1 0-16,24 0 15,-25 0-15,-24 0 16,24 0-16,-24 0 0,49 0 15,-24 0 1,-1 24 0,25-24-16,0 0 15,1 25-15,-1 0 16,0 0 0,0 0-16,-24 24 15,24-24 1,25 0-16,-25 0 15,0-1-15,0 26 16,25-25-16,-24 0 16,-1 24-16,25-24 15,0 25 1,0 49-16,25-50 16,-1 1-16,1-25 15,0 49-15,0-49 16,24 25-16,-24-25 15,0-1-15,25 1 16,-26-25-16,26 25 16,0-25-16,24 25 15,-24-25-15,-26 0 16,26 0-16,0 0 16,24 0-16,-24 0 15,-1 0 1,-24 0-16,0 0 15,0-25-15,-1 25 16,1-25 0,-25 0-1,25 25-15,0-24 16,-25-1 0,25 25-1,-25-25-15,0 0 16,25 25-16,-25-25 15</inkml:trace>
  <inkml:trace contextRef="#ctx0" brushRef="#br2" timeOffset="123782.86">20960 4018 0,'0'-49'78,"-24"-50"-62,-26-75-16,-25 25 15,1-25 1,0 1-16,-50-1 16,24-24-16,-24-1 15,0 1-15,75 123 16,-26 1-16,75 24 15,-24 1-15,24 24 16,-25 0 0,25 0 15,0 50 110,0 25-126,0-1-15,0 26 16,0-50-16,0 49 15,0-24-15,0-1 16,0-24-16,0 0 16,0 0-16,0-1 15,0 1 1,0 0-16,0 0 16,0 0-1,0-50 141,0 0-156,0-25 16,0 1-16,25-1 16,-1 1-16,-24-1 15,0 25-15,0 0 16,0 1-16,0-26 16,0 25-1,0 0 16,0 1-15,0-1 0,50 25 93,0 49-93,-1 1-16,50 24 15,-24 26-15,-26-76 16,26 51-16,-26-26 16,-24 1-1,0-50 1,0 0 187,-25-25-187</inkml:trace>
  <inkml:trace contextRef="#ctx0" brushRef="#br2" timeOffset="125761.17">22275 4018 0,'0'-49'31,"25"-26"-31,49-49 15,1 25-15,-26-25 16,26-25-16,-26 50 16,1-25-16,-1 50 15,1-1-15,-25 26 16,0-1-16,-25 0 16,24 26-16,1-1 15,-25 0-15,25-25 16,-25 26-1,50-1-15,-50 0 16,0 0-16,24 0 16,-24 0-1,0 1 1,25-1 0,-50 50 155,1-1-155,-1-24-16,-25 50 16,25-50-16,-24 25 15,24 25-15,0-50 16,-24 24-16,-1 1 16,25 0-16,0 0 15,1-25 1,-1 0-1,50-25 64,24-25-64,26 1-15,-26-1 16,26-24-1,-26 49-15,1-50 16,49 51 0,-74-1-16,0 25 15,0 0 63,-1 49-62,1-49 0,-25 25-16,0 25 15,25-25-15,0 24 16,-25-24-16,25 0 16,-25 25-16,24-1 15,-24 1 1,0-25-16,0 24 31,0-24-15,25-25-16</inkml:trace>
  <inkml:trace contextRef="#ctx0" brushRef="#br3" timeOffset="137202.04">4862 14387 0,'25'0'156,"24"0"-140,-24 0-16,25 0 15,0 0-15,-1 0 16,1 0-16,-25 0 16,-1 0-16,1 0 15,25 0-15,-25 0 16,-1 0-16,26 0 15,0 0-15,-1 25 16,50-25-16,-24 0 16,-1 0-16,25 0 15,25 0-15,-24 0 16,49 0-16,-50 0 16,74 0-16,-73 0 15,-26 0-15,-24 0 16,49 0-16,-25 0 15,1 0-15,-1 0 16,0 0-16,-24 0 16,0 0-16,-1 0 15,26 0-15,-26 0 16,1 0-16,0 0 16,-1 0-1,1 0-15,49 0 0,-74 0 16,49 0-16,1 24 15,-1-24 1,0 0-16,26 0 0,-1 0 16,-25 0-16,1 0 15,24 0 1,0 0-16,0 0 0,1 0 16,73 0-1,-98 0-15,49 0 16,-50 0-16,25-24 15,1 24-15,48-25 16,-24 0-16,-49 25 16,-1 0-16,1-25 15,-26 25-15,1 0 16,-1 0 0,-24 0-16,0 0 15,0 0-15,24 0 16,1 0-16,-25 0 15,24 0-15,1 0 16,0 0-16,-1 0 16,1 0-16,0 0 15,-26 0-15,51 0 16,-26 0-16,1 0 16,0 0-16,-1 0 15,1 0-15,-25 0 16,49 0-16,0 0 15,-24 25-15,0-25 16,-1 25-16,26-25 16,-26 0-16,26 0 15,-26 0-15,26 25 16,-1-25-16,1 0 16,-1 0-16,0 0 15,-24 0-15,24 0 16,-49 0-16,0 0 15,25 0-15,-26 0 47,1 0-15</inkml:trace>
  <inkml:trace contextRef="#ctx0" brushRef="#br3" timeOffset="144672.9">4143 16197 0,'0'0'0,"0"-24"16,-25-1-16,-49 25 15,49-25 1,-25 0-16,25 25 15,0 0-15,-24 0 16,-1 0-16,25 0 16,-24 0-1,24 0 1,-25 0-16,1 0 0,-1 0 16,1 0-16,-1 0 15,25 0 1,-49 0-16,49 0 0,-49 0 15,49 0-15,25 25 16,-50-25 0,25 0-16,1 0 0,-1 0 15,0 25 1,0-25-16,-24 25 16,24-25-16,-25 24 15,25-24-15,0 25 16,1 0-16,-1-25 15,0 25 1,0 0-16,0-25 16,1 24-16,-1 26 15,0-50 1,25 50-16,-25-1 16,25-24-16,-25 25 0,1-25 15,24-1 1,0 26-16,0-25 15,0 0-15,0-1 16,0 1 0,0 0-1,0 0-15,0 0 16,24-25-16,1 49 16,-25-24-16,50-25 15,-25 74-15,24-74 16,-24 25-16,0-25 15,0 25-15,-1-25 16,1 25-16,0-25 16,25 25-1,-25-25-15,24 24 16,1-24-16,-25 0 16,24 0-16,-24 0 15,25 0-15,-1 0 16,1 0-16,-1 0 15,-24 0-15,25 0 16,-25 0-16,24 0 16,-24-24-16,25 24 15,-26 0-15,1 0 16,0 0-16,0-25 16,0 25-16,24-25 15,-24 25 1,0 0-16,0 0 15,-1 0 1,1-25-16,0 25 16,0 0-1,25 0 1,-1-25 0,-24 25-16,0 0 15,0 0-15,-1 0 16,1 0-16,0 0 15,0-24-15,0 24 16,-1 0 0,1-25-1,0 25 1,0 0-16,-25-25 16,25 25 15,-25-25-31,24 25 15,1 0 1,-25-25 0,0-24-1,25 24 1,-25 0-16,0 0 16,0-24-1,0 24 1,0-25-16,-25 1 15,25 24 1,-25 0 0,25-24-16,-24 24 15,-1 0 1,25 0 0,-25 0-1,25 0-15,-25 1 31,25-1 1,-25 25-32,1-25 15,24 0 1,-25 25 0,25-25 15,-25 25-16,0-24 32</inkml:trace>
  <inkml:trace contextRef="#ctx0" brushRef="#br3" timeOffset="152777.22">4664 16421 0,'0'25'94,"0"-1"-94,24 26 16,1-25-16,-25 24 15,0-24-15,25 0 16,-25 0 15,50-50 94,-26 0-125,1-74 16,99-50-16,-74 99 15,24-24-15,-49 0 16,50-1-16,-26 1 16,-24 24-16,0 25 15,0 1-15,-1 24 16,-24-25-16,25 25 31,-25-25-31</inkml:trace>
  <inkml:trace contextRef="#ctx0" brushRef="#br3" timeOffset="187205.63">13792 11609 0,'-25'0'62,"-25"24"-46,-24-24-16,0 50 16,-1-25-16,-49 24 15,25-24-15,49 0 16,-24 25-16,-1-50 15,26 24-15,-1 1 16,25-25-16,1 25 16,-1-25-16,25 25 15,-25-25 17</inkml:trace>
  <inkml:trace contextRef="#ctx0" brushRef="#br3" timeOffset="188305.59">13023 11708 0,'0'0'0,"0"25"15,-25-1-15,0 1 16,0-25-16,25 25 16,-24 0-16,24 0 15,-25-1 17,0 1-17,25 0-15,0 0 31,0 0-15,-25-1 0,25 1-1,0 0 1,0 0-16,-25-25 16,25 25-1,50-25 141,0 0-140,-1 0-16,-24 0 16,0-25-16,0 25 15,-1 0 1,1-25 15,0 25-15,0 0-1,-25-25-15</inkml:trace>
  <inkml:trace contextRef="#ctx0" brushRef="#br3" timeOffset="208147.53">5854 11187 0,'0'25'94,"0"0"-94,-25-25 16,25 24-16,0 1 15,-24-25 1,24 25 0,0 0-1,0-50 157,0 0-172,0 0 16,24-24-16,-24 24 15,0 0 1,25 25 0,-25-25 15,0 75 125,0-25-140,0 24-16,0-24 15,0 25-15,0-25 16,0 49 0,0-24-16,0-26 0,0 26 15,0-25-15,-25-25 250,1 0-234,-1 0 15,0 0-15,50 0 140,0 0-140,-1 0-1,1 0 1,0 0-1,0 0-15,0 25 16,-1-25 31</inkml:trace>
  <inkml:trace contextRef="#ctx0" brushRef="#br3" timeOffset="210081.9199">7913 10964 0,'25'0'47,"0"0"-32,-1 0 1,1 0-16,0 0 31,0 24-31,0 26 16,-1-50-16,1 50 15,0-26-15,25 26 16,-50-25-16,49 0 16,-49 0-16,0-1 15,25-24-15,-25 25 94,-25 0-63,1 0-15,-1 0 0,0-25-1,0 0 1,25 24-1,-25-24 32,0 0-15,1 0 14,24 25 111,-25-25-142,25 25 1,0 0 78,25-25-47,-1 0-16,1 0-31,0 0 31,0 0-31,0 0 16,0 0-16,-1 0 15,1 0-15,0 0 16,0 0-16,0 0 16,-1 0-16,1 0 15,0 0-15,25 0 16,-26 0-1,26 0 1,-25 0-16,0 0 16,49 0-1</inkml:trace>
  <inkml:trace contextRef="#ctx0" brushRef="#br3" timeOffset="212241.5799">3647 10914 0,'49'0'31,"-24"0"-31,0 0 15,0 0-15,24 0 16,1 0-16,-25 0 16,24 0-16,-24 0 15,25 0-15,-25 0 16,-25 25 0,49 0-16,-49-1 62,0 1-46,0 25 15,-25-50-15,25 25-16,-24-25 15,-1 0 1,0 24-16,0-24 15,0 0-15,0 25 16,1-25 0,-1 0-1,99 0 188,-24 0-203,24 0 16,1 0-16,-26 25 16,1-25-16,0 25 15,-1-25-15,-24 0 16,-25 25 62,0 0-15,-25-1-32,0-24-16,1 25 1,-1-25-16,0 25 16,-25 0-1,26-25 1,-26 0-16,25 0 16,0 0-16,-24 0 15,24 0-15,0 0 16,-25 0-16,26 0 15,-1 0-15,0 0 16,-25 0-16,26 0 16,-1 0 15,0 0 31,0 0 79,100 25-125</inkml:trace>
  <inkml:trace contextRef="#ctx0" brushRef="#br3" timeOffset="-204481.9799">17562 8434 0,'0'0'0,"25"0"16,24 0-16,1 0 16,-25 0-16,25 0 15,-26 0-15,51 0 16,-26 0 0,-24 0-16,25 0 15,-1 0-15,-24 0 16,25 0-16,-1 0 15,1 0-15,0 0 16,-26 0-16,26 0 16,-25 0-16,0 0 15,24 0 1,-24 0-16,0 0 16,24 0-16,26 0 15,-26 24-15,51-24 16,-1 0-16,-25 0 15,1 0-15,-50 0 16,24 0-16,1 0 16,-25 0-16,-1 0 15,1 0-15,0 0 16,0 0-16,24 0 16,1 0-16,-25 0 15,24 0-15,-24 0 16,50 0-16,-26 0 15,-24 0-15,49 0 16,-24 0-16,24 25 16,-24-25-16,49 0 15,-24 0-15,-26 0 16,51 0-16,-51 0 16,26 0-16,-1 0 15,0 0-15,-24 0 16,-25 0-16,24 0 15,-24 0-15,50 0 16,-26 0 0,1 0-16,-25 0 15,24 0 1,-24 0-16,0 0 16,0 0-16,24 0 15,1 0 1,-25 0-16,0 0 15,-1 0-15,26 0 16,-25 0 0,24 0-16,-24 0 15,0 0-15,0 0 16,24 0 0,-24 0-16,0 0 15,25 0-15,-26 0 16,26 0-1,-25 0-15,0 25 16,24-25-16,1 0 16,-1 0-16,-24 0 15,25 0-15,-1 0 16,1 0-16,-25 0 16,0 0-16,24 0 15,1 0-15,-25 0 16,24 0-16,-24 0 15,25 0-15,-25 0 16,24 0-16,-24 0 16,0 0-16,0 0 31,-1 0-15,1 0 15,0 0 0,0 0 32,0 0-32,-1 0 0</inkml:trace>
  <inkml:trace contextRef="#ctx0" brushRef="#br3" timeOffset="-202132.34">17537 9079 0,'25'0'47,"0"0"-32,0-25-15,-1 25 16,1 0-16,25 0 16,0 0-16,24 0 15,0 0-15,-24 0 16,24 0-16,1 0 16,-1 0-16,1 0 15,-1 0-15,0 0 16,-24 0-16,-25 0 15,0 0-15,24 0 16,1 0-16,-25 0 16,24 0-16,-24 0 15,49 0-15,-24 0 16,0 0-16,-1 0 16,-24 0-16,0 0 15,25 0 1,-26 0-1,1 0-15,25 0 16,-25 0 0,24 0-1,1 0 1,-25 0-16,24 0 16,-24 0-16,0 0 15,49 0-15,-49 0 16,0 0-16,0 0 15,24 0-15,1 0 16,-25 0-16,24 0 16,-24 0-16,25 0 15,-1 0-15,1 0 16,24 0-16,-24 0 16,0 0-16,-26 0 15,51 0-15,-26 0 16,-24 0-16,25 0 15,-25 0-15,24 0 16,-24 0-16,25 0 16,-1 0-16,-24 0 15,0 0-15,24 0 16,-24 0 0,0 0-1,0 0 1,0 0-16,24 0 15,-24 0-15,0 0 16,24 0-16,1 0 16,-25 0-1,25 0-15,-1 0 16,-24 0-16,0 0 16,24 0-16,-24 0 15,0 0-15,25 0 16,-1 0-16,-24 0 15,25 0-15,-26 0 16,26 0-16,24-25 16,-24 25-16,-25 0 15,0 0-15,24 0 16,1 0-16,-25-25 16,-1 25-16,1 0 15,0 0 1,0 0-1,0 0-15,-1 0 16,1 0-16,0 0 16,25 0-1,-26 0-15,1 0 16,0 0-16,25 0 16,-25 0-1,-1 0 1,26 0 15,-25 0-15,24-25-1,-49 0-15,25 25 16,0 0-16,0 0 0,24 0 16,-24 0-16,0 0 15,0 0-15,-25-24 16,25 24-16,-1 0 15,1 0 17,0 0-17,0 0 1,0 0-16,-1 0 31,1 0-15,-50 0 140,1 0-140,-26 0-16</inkml:trace>
  <inkml:trace contextRef="#ctx0" brushRef="#br3" timeOffset="-200207.44">23118 9302 0,'0'49'79,"25"-49"-79,-25 25 15,25 0 1,0-25-16,-25 25 15,25-25 1,-25 25 0,24-1-1,1-24 1,-25 25 15,25-25-15,25 0 15,-1-74-15,50 49-16,-24-49 15,24-1-15,25 1 16,-25-25-16,50-1 16,-25 26-16,0-1 15,-74 51-15,-25-1 16,24 0-16</inkml:trace>
  <inkml:trace contextRef="#ctx0" brushRef="#br1" timeOffset="-157891.74">9823 11162 0,'-25'0'15,"0"0"-15,1-25 16,24 0-16,-50 25 16,25 0-16,0-24 15,1 24-15,-1-25 16,-50 0-16,-49-25 15,75 26-15,-1 24 16,0-25-16,1 0 16,-1 25-16,25-25 15,-49 25-15,74-25 16,-25 25-16,-24 0 16,-1-49-16,0 49 15,26-25-15,-51 25 16,50-25-16,-49 0 15,24 1-15,1 24 16,-1 0-16,25 0 16,-49-25-16,24 0 15,1 25-15,-26-25 16,-24 25-16,25 0 16,49 0-16,-50-49 15,26 49-15,24 0 16,-49-25-16,24 25 15,25 0 1,-24 0-16,-1 0 16,25 0-16,-49 0 15,49 0-15,-49 0 16,-1 0-16,50 0 16,-24 0-16,24 0 15,-25 0-15,1-25 16,24 25-16,-25 0 15,1-25-15,-1 25 16,0 0-16,1 0 16,-26 0-16,51 0 15,-51 0-15,26 0 16,-1 0-16,-24 0 16,24 0-16,0 0 15,26 0-15,-26 0 16,-24 0-16,24 0 15,-24 0-15,-1-25 16,1 25-16,24 0 16,-24-24-16,24 24 15,25 0-15,-24 0 16,-1-25-16,0 25 16,1 0-16,24 0 15,-49 0-15,24-25 16,0 25-16,1 0 15,-26 0-15,26-25 16,24 25-16,-49 0 16,24 0-1,25 0-15,0 0 16,-24 0-16,-1 0 16,25 0-1,-24 0 1,24 0-16,0 0 15,-25 0-15,26 0 16,-1 0-16,0 0 16,-25 25-16,1-25 15,24 0 1,-25 0 0,26 25-16,-1-25 15,0 0 1,0 0-16,-24 25 15,24-25 1,0 24-16,0-24 16,0 25-1,1-25-15,-1 0 16,0 25-16,-25 0 16,26-25-16,24 25 15,-50-25-15,25 24 16,0-24-16,1 0 15,-1 0-15,0 25 16,0-25 0,0 25-1,-24-25 1,24 0-16,-25 25 16,25-25-16,1 25 15,-26-25-15,25 0 16,0 0-16,-24 24 15,24 1 1,0-25 0,0 0-16,25 25 31,-24-25-31,24 25 16,-25 0-16,0-1 31,25 1-31,0 0 15,-25-25-15,25 25 16,-25-25-16,25 25 16,0-1-16,-24-24 15,24 25-15,0 25 16,0-25 0,0 49-16,0-49 15,0 25-15,0-26 16,0 26-16,0 0 15,24-50-15,1 49 16,0-24-16,-25 0 16,50 24-16,-1-24 15,1 25 1,-25-25-16,-1-25 16,26 24-16,0 1 15,-1 0-15,1 0 16,-1 0-16,1-25 15,0 24-15,24 1 16,-24-25-16,24 25 16,1-25-16,-1 25 15,0-25-15,1 25 16,-1-1-16,1 1 16,-1-25-16,-24 0 15,24 50-15,0-50 16,-24 25-16,0-25 15,-25 0-15,-1 0 16,51 24-16,-50-24 16,24 0-1,1 25-15,-25-25 16,-1 0-16,51 0 16,-1 0-16,1 0 15,-26 0-15,26 0 16,24 0-16,-50 0 15,1 0-15,24 0 16,-24 0-16,0 0 16,-1 0-16,1 0 15,24 0-15,-24 0 16,-25 0-16,24 0 16,1 0-16,0 0 15,24 0-15,-24 0 16,-1 0-16,1 0 15,-25 0-15,49-25 16,-24 25-16,24 0 16,-49 0-16,74-24 15,-25-1-15,-49 25 16,75-25-16,-26 25 16,0 0-16,1-25 15,-1 25-15,1 0 16,-1-25-16,0 1 15,50 24-15,-49-25 16,-1 25-16,50 0 16,-49-25-16,-26 25 15,51-50-15,-51 50 16,1-24-16,24-26 16,-24 25-16,-1 25 15,1-49-15,-25 49 16,24 0-16,-49-25 15,50 0-15,0 25 16,-1-25-16,1-24 16,-25 49-16,-1 0 15,1 0-15,0-25 16,25 0-16,-26 0 16,26 25-16,-25-25 15,0 1 1,-1 24-16,1 0 15,0-25 1,0 25-16,0 0 16,0-25-1,-1 25-15,1 0 16,0-25 0,0 25 15,-25-25-16,25 25 17,-1 0-1,1 0-15,-25-24 77,50-1-15,-50 0-62,25 25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6.62116" units="1/cm"/>
          <inkml:channelProperty channel="Y" name="resolution" value="46.54546" units="1/cm"/>
          <inkml:channelProperty channel="T" name="resolution" value="1" units="1/dev"/>
        </inkml:channelProperties>
      </inkml:inkSource>
      <inkml:timestamp xml:id="ts0" timeString="2020-03-25T03:20:59.43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14461 6152 0,'25'0'110,"0"0"-110,25 0 15,-25 0-15,24 0 16,26 0-16,-26 0 16,26 0-16,-26 0 15,1 0-15,-25 0 16,-1 0-16,1 0 15,0 0-15,0 0 16,0 0 0,-1 0-1,1 0-15,0 0 16,0 0 0,0 0-16,24 0 15,-24 0 1,0 0-1,0 0 1,-1 0 0,1 0-1,0 0 1,0 0 0,0 0-1,-1 0 1,1 0 15,25 0-15,-25 0-1,-1 0 1,1 0 0,0 0-1,0 0-15,0 0 16,0 0 15,-1 0-15,1 0 15,0 0-15,0 0 202</inkml:trace>
  <inkml:trace contextRef="#ctx0" brushRef="#br0" timeOffset="3067.41">15602 6350 0,'50'25'79,"-25"0"-64,0-1-15,0-24 16,-1 25-16,26 0 15,0-25 1,-26 0-16,26 25 16,-25-25-16,0 0 15,24 0-15,-24 0 16,0 0-16,24 0 16,51 0-16,-76 0 15,26-25-15,-25 25 16,24-25-16,-24 0 15,25 1-15,-50-1 16,25 25-16,-1-25 16,1 0-16,-25 0 15,25 25-15,-25-24 16,25-1 0,0 25-1,-25-25 1,24 0-1</inkml:trace>
  <inkml:trace contextRef="#ctx0" brushRef="#br0" timeOffset="4028.47">15007 7119 0,'75'0'47,"-26"0"-32,26 0-15,-1 0 16,25 0-16,-24 0 15,-1 0-15,0 0 16,-24 0-16,25 0 16,-51 0-16,1 0 15,0 0-15,0 0 16,0 0 0,-1 0-16,1 0 15,0 0 1,0 0-16,0 0 15,-1 0 17,1 0-32,0 0 47</inkml:trace>
  <inkml:trace contextRef="#ctx0" brushRef="#br0" timeOffset="42902.03">17537 6871 0,'-25'0'47,"1"-25"-31,-1 25-16,-25 0 15,1 0-15,-1 0 16,-49 25-16,24 0 16,26 24-16,-26-24 15,26 0-15,-1 0 16,-24 24-16,49-24 15,0 0 1,0-25-16,25 25 16,-24 0 15,-1-25-15,25 24-1,0 1-15,-25-25 16,0 0-16,25 25 15,-25-25-15,25 25 16,-25-25 0,25 25-16,-24-1 15,-1-24 1,25 25 0,-25-25 30</inkml:trace>
  <inkml:trace contextRef="#ctx0" brushRef="#br0" timeOffset="43931.38">16545 7169 0,'0'24'47,"0"1"-31,0 0-16,-25 0 0,25 0 15,-25-1 1,25 1-16,0 0 15,0 0 1,0 0 0,0-1-1,0 1 17,50-25 77,-25-25-109,49 25 16,50-49-16,-74 49 15,0-25-15,-1 0 16,26 25-16,-51 0 15,26 0-15,-25 0 16,0 0-16,-1 0 16</inkml:trace>
  <inkml:trace contextRef="#ctx0" brushRef="#br0" timeOffset="50797.96">19794 7491 0,'0'-25'31,"0"0"-31,0 1 16,0-1-16,0 0 15,-24 0-15,-1-24 16,25 24-16,0 0 15,-25-25-15,0 1 16,25 24 0,-25 0-1,1 0 1,-1 1-16,0-1 16,0 0-1,-24 0 1,24 25-1,0 0 1,-25 0 0,26 0-1,-51 0-15,50 0 16,-49 0 0,49 0-16,0 0 15,1 0 32,24 25-31,-25-25-1,-25 50-15,1-50 16,24 49 0,0-49-16,0 25 31,25 0-31,-25-25 15,1 25-15,24-1 16,-25-24 0,25 50-16,-25-50 15,25 25 1,-25 0-16,25-1 16,-25 26-1,25-25 1,0 0 15</inkml:trace>
  <inkml:trace contextRef="#ctx0" brushRef="#br0" timeOffset="51914.38">18728 7218 0,'0'25'31,"0"49"-15,0-49-1,0 0-15,0 0 16,0 0 125,25-25 15,-1 0-125,1 0-15,0 0 15,0 0-31,0 0 31,-25-25-31,25 25 16,-1 0 15,1-25-15,0 25 31</inkml:trace>
  <inkml:trace contextRef="#ctx0" brushRef="#br0" timeOffset="56852.4">17736 8310 0,'25'0'63,"-1"0"-63,1 0 15,25 0-15,-25 0 16,24 0-16,1 0 16,24 0-16,1 0 15,-1 0-15,-24 0 16,-1 0-16,26 0 15,-26 0-15,-24 0 16,49 0-16,-24-25 16,0 25-16,-1 0 15,-24 0 1,25-25-16,-1 25 0,26 0 16,-50-25-16,24 25 15,1-25 1,-1 25-16,1 0 0,0 0 15,-26 0 17,1 0-32,0 0 15,0 0 17</inkml:trace>
  <inkml:trace contextRef="#ctx0" brushRef="#br0" timeOffset="69047.77">14610 9029 0,'50'0'141,"0"0"-126,24 0-15,0 0 16,1 0-16,49 0 16,-25 0-16,-25 0 15,-24 0-15,24 0 16,-49 0-16,25 0 15,-25 0-15,24 0 16,-24 0 0,0 0 15,-25-25 125,25 25-140</inkml:trace>
  <inkml:trace contextRef="#ctx0" brushRef="#br0" timeOffset="70872.4099">14982 9847 0,'25'0'31,"25"0"-31,-1 0 16,1 0-16,0 0 15,24 0-15,25 0 16,0 0-16,-49 0 15,0 0-15,-26 0 16,1 0-16,0 0 16</inkml:trace>
  <inkml:trace contextRef="#ctx0" brushRef="#br0" timeOffset="85628.42">17661 9773 0,'-25'0'31,"1"0"-15,-1 0-1,0 0 1,0 0 0,0 25-16,1-25 0,-1 25 15,0-25-15,-25 24 16,26 26-16,-26-50 15,25 0 1,25 25-16,-49-25 16,24 25-16,0-1 0,-49 1 15,49 25 1,-25 0-16,50-26 16,-25 1-16,25 0 15,-24 0-15,-1-25 16,25 25-1</inkml:trace>
  <inkml:trace contextRef="#ctx0" brushRef="#br0" timeOffset="86498.4099">16917 10046 0,'-25'25'16,"25"0"-16,0 24 31,0-24-15,0 0-16,0 0 15,0-1 1,0 1-1,0 0 1,0 0-16,0 0 31,0-1 16,25-24-16,0 0-31,0 0 32,0 0-17,24 0-15,-24 0 16,0-24-16,-25-1 16,25 25-16,-1-25 15,1 25 1,-25-25 15</inkml:trace>
  <inkml:trace contextRef="#ctx0" brushRef="#br0" timeOffset="88644.4899">19596 10368 0,'0'-24'62,"0"-26"-46,0 0-1,0 26-15,0-26 16,0 0-16,0 1 16,0-26-16,0 26 15,0-26-15,0 50 16,0 1-16,0-1 16,0 0-1,0 0 1,0 0-16,-25 1 15,0-1 17,25 0-17,-24 25 1,-1-25-16,0 0 16,0 1 15,25-1-31,-25 25 15,1 0-15,-1 0 16,-50-25 15,51 25-31,-26-25 16,25 25 0,0 0-16,1 0 15,-1 0 1,0 0-1,0 0 1,0 0-16,1 25 16,-26 0 15,25 0-15,25-1-16,-49 1 15,49 0-15,-25 25 16,0-26-16,25 1 15,0 25-15,-25-25 16,0-1-16,25 1 16,0 0-1,0 0-15,0 0 32,0 24-17,0 1-15,0-25 16,0 24-1,-25-49 173,1 0-172</inkml:trace>
  <inkml:trace contextRef="#ctx0" brushRef="#br0" timeOffset="89582.2099">18678 10120 0,'25'50'156,"-25"-25"-156,25 0 16,-25-1-16,25-24 16,-1 50-16,1-50 93,0 0-61,0 0-17,-25-25 1,25 0-16,0-24 15,-1 49 1,-24-25-16,25-25 16,-25 26-1,0-1 1,25 0 15,-25 0 16</inkml:trace>
  <inkml:trace contextRef="#ctx0" brushRef="#br0" timeOffset="96518.55">15230 11137 0,'25'0'109,"0"0"-93,49 0-16,-24 0 15,0 0-15,24 0 16,0 0-16,-24 0 15,25 0-15,-51 0 16,1 0-16,25 0 16,-25 0-1,-1 0 1,1 0 0,0 0-1,0 0 1,0 0-1,-1 0 1</inkml:trace>
  <inkml:trace contextRef="#ctx0" brushRef="#br0" timeOffset="98344.84">14387 11162 0,'25'0'109,"-25"-25"-93,25 25-16,-1 0 31,1 0-31,0-25 16,0 25 15,0 0 0</inkml:trace>
  <inkml:trace contextRef="#ctx0" brushRef="#br0" timeOffset="100514.47">14114 8161 0,'0'25'78,"25"-25"-62,-25 24-1,25-24 1,-25 25-16,0 0 15,25 0 17,-1-25-17,1 0 17,-25 25-17,25-25 1,25 0-1,-26 0 1,1 0 15,0 0-15,0 0 31,0 0-32,-1 0 17,1 0-17,0 0 1,0 0 31,0 0 31,0 0-31,-1-25-16,1 25-15,-25-25-1,0 0 1,25 25 31,-25-25-32,0 1 95</inkml:trace>
  <inkml:trace contextRef="#ctx0" brushRef="#br0" timeOffset="114679.53">19422 11088 0,'0'24'125,"-74"-24"-109,24 0-16,-49 0 15,50 0-15,-26 0 16,26 0-16,-1 0 16,0 0-16,26 0 15,-1 0-15,0 0 16,99 0 156,-24 0-157,24 0-15,1 0 16,-26 0-16,26 0 16,-26 0-16,1 0 15,0-24-15,24 24 16,-24 0-16,-26 0 15,1-25-15,0 25 16,0 0-16,0 0 16,-1 0 31,1 0-1,-50 0 64,-24 0-95,-1 0-15,1 25 16,-26-25-16,1 0 16,-1 24-16,1 1 15,49-25-15,0 0 16,-24 25-16,24-25 16,0 0 30,0 0 1</inkml:trace>
  <inkml:trace contextRef="#ctx0" brushRef="#br0" timeOffset="122772.74">14313 11832 0,'0'25'125,"24"-1"-94,1 1-31,0 0 16,-25 0 15,25-25-31,0 0 156,-1 0-125,1 0-15,0 0 0,0 0-1,0 0-15,0 0 16,-1 0 0,1 0-16,0 0 15,0 0 1,0 0-16,-1 0 15,1 0 1,0 0 0,0 0-16,0 0 15,-1 0 1,1 0 0,0 0-16,25 0 31,-26 0 16,1 0 140,-25-25-187,0 0 16</inkml:trace>
  <inkml:trace contextRef="#ctx0" brushRef="#br0" timeOffset="127034.29">17116 11931 0,'24'0'46,"51"0"-30,-26 0-16,-24 0 16,50 0-16,-1 0 15,-24 0-15,-1 0 16,1 0-16,-1 0 16,-24 0-16,25 0 15,-25 0-15,0 0 31,-1 0 173</inkml:trace>
  <inkml:trace contextRef="#ctx0" brushRef="#br0" timeOffset="128632.27">19919 11832 0,'24'25'0,"1"-25"47,0 24-16,0-24-16,99 0 1,-50 0-16,1 0 16,-26 0-16,26 0 15,-51-24-15,51 24 16,-1 0-16,-74-25 16,25 25-16,0 0 15,0 0-15,-1 0 16,1 0-16,0 0 15,0 0-15,0-25 16,-1 25-16,1 0 16,0 0 15,0 0-15,0 0-1,0 0 1,-1 0-1,1 0 32</inkml:trace>
  <inkml:trace contextRef="#ctx0" brushRef="#br1" timeOffset="146096.94">16099 6623 0,'0'0'0,"-25"-25"31,0 25-15,0 0-1,0 0 17,1-25-17,-1 25-15,0 0 16,0 0-16,-24 0 15,24 0 1,0 0-16,0 0 16,0 0-16,1 0 15,-26 0-15,25 0 16,0 0-16,-24-25 16,-1 25-16,25 0 15,0 0-15,-24 0 16,24 0-16,0 0 15,0 0-15,1 0 16,-26 0 0,25 0-16,0 0 15,1 0-15,-1 0 16,-25 0 0,25 0-1,1 0 16,-1 0-15,0 0 0,0 25-16,0-25 15,1 25-15,-1 0 16,25 0 0,-25-1-1,25 1 1,0 0-16,0 0 31,0 24-15,0-24-1,0 0-15,0 0 16,0 0 0,25-25-16,-25 25 15,25-1 1,24-24-16,-24 25 15,25 0-15,-26-25 16,1 50-16,25-50 16,-25 0-16,-1 24 15,26-24-15,-25 25 16,0 0-16,24-25 16,-24 25-1,0 0-15,0-25 16,-1 24 15,1-24-15,0 0-16,25 0 15,-26 0-15,1 0 16,0 0-16,0 0 16,0 0-16,0 0 15,-1 0 1,1 0-16,0 0 0,0 0 15,0 0 1,-1 0-16,1 0 16,25 0-16,-1-24 15,1 24-15,-50-25 16,25 25 0,24 0-16,1-25 15,-25 25-15,24-25 31,-24 0-15,0 25 0,-25-24-1,25 24-15,-25-25 16,25 0-16,-25 0 16,24 25-1,-24-49 1,0 24-1,0 0 1,0 0-16,0 0 16,0 0-16,0 1 15,0-1 1,0 0 0,0 0-1,0 0 1,0 1 15,-24-1-15,24 0 15,-25 25-15,25-25-16,-25 25 31,25-25-16</inkml:trace>
  <inkml:trace contextRef="#ctx0" brushRef="#br1" timeOffset="147474.51">20365 12477 0,'0'25'79,"25"24"-79,-25-24 15,25-25 1,-1 0-1,26 0 1,-25 0-16,0-25 16,49 0-16,0-24 15,1-1-15,-1-24 16,1 24-16,-1-24 16,-24 24-16,-1-24 15,26 24-15,-50 25 16,-1-24-16,1 49 140,-25-25-140,25 25 16,0 0 0,-25-25-16</inkml:trace>
  <inkml:trace contextRef="#ctx0" brushRef="#br1" timeOffset="150265.67">15751 9500 0,'-24'-25'16,"-1"1"15,25-1-15,-25 25-16,0 0 15,25-25 1,-25 25-16,0 0 16,1 0-16,-1 0 15,0 0-15,0 0 16,-24 0-16,24-25 16,0 25-16,-25 0 15,1 0-15,24 0 16,0 0-1,0 0-15,1 0 16,-26 0 0,25 0-1,0 0-15,1 0 16,-1 0 0,0 0 15,0 0 0,-24 25-15,24 0-1,0 0 1,0-25 0,25 24-16,-25 1 46,25 0-30,-24-25-16,24 25 16,-25-25-1,25 25-15,0-1 16,0 1 0,0 0-1,0 0 1,0 0-1,0-1 1,0 51-16,0-26 16,25-49-16,-25 50 15,49-25-15,-49 0 16,25-25-16,0 24 16,0 1-16,-25 0 15,49 0-15,1 0 16,-25 0-16,-1 24 15,26-49 1,0 25-16,-26 25 16,51-26-16,-26 1 15,75 50-15,-74-75 16,0 0-16,-1 0 16,-24 0-16,0 0 15,49 0-15,-49 0 16,0 0-16,25 0 15,-26 0-15,26 0 16,-50-25 0,25 0-16,0 25 15,-25-50-15,24 26 16,-24-1-16,0-25 16,0 25-16,25-24 15,-25 24 1,0-25-16,25-24 15,-25 24-15,0 25 16,0-24-16,0-1 16,0-24-16,0 24 15,0 1 1,0 24-16,0-25 16,-25 50 46,25-25-31,0 1-31,-25 24 0,1 0 16,24-25-16</inkml:trace>
  <inkml:trace contextRef="#ctx0" brushRef="#br1" timeOffset="152073.9">19497 13618 0,'0'0'0,"25"-25"16,-1 25-16,51-25 15,-26 0-15,26 25 16,-26 0-16,26 0 16,-50 0-1,24 0-15,-24-24 16,0 24 0,0 0 15,-50 0 47,0 0-62,-24 0-16,-26 0 15,1 24-15,-1 1 16,50 0-16,-24-25 15,24 0-15,0 0 16,50 0 93,0 0-93,74 0-16,25 0 16,-25-25-16,-24 25 15,-1 0-15,-24-25 16,-1 25-16,-24 0 16,-50 0 30,-24 0-46,-50 25 16,24 0-16,26-25 16,-26 25-16,50 0 15,0-25 1,50-25 62</inkml:trace>
  <inkml:trace contextRef="#ctx0" brushRef="#br1" timeOffset="152821.29">19844 13891 0,'25'49'62,"0"-49"-46,24 50-16,-24-25 0,25-25 15,-1 49 1,1-49-16,-25 0 16,0 0-16,-1 0 15,1 0 1,0 0-1,0 0 1,24-49 0,1-1-16,-25 25 15,24-74-15,26 49 16,-50-24-16,24 24 16,-49 1-16,25-1 15,0 25-15</inkml:trace>
  <inkml:trace contextRef="#ctx0" brushRef="#br1" timeOffset="161823.28">13097 6648 0,'-25'0'62,"-24"0"-62,24 0 16,0 24-16,-24-24 15,24 25-15,-25 0 16,-24 0-16,24 0 16,-24-25-16,49 24 15,-25 1-15,-24 0 16,24 25-16,1-1 15,-1 1-15,-24 0 16,24-1-16,0 1 16,1 24-16,24 1 15,-25-1-15,26 0 16,-1 1-16,0-1 16,25 1-16,-25-1 15,0 0-15,1 1 16,24-1-16,-25-24 15,25 24-15,0-49 16,0 50-16,0-26 16,0 26-16,0-26 15,0-24-15,0 0 16,0 24-16,25 1 16,24 0-16,-24-1 15,0-24-15,0 25 16,24-1-16,-24-24 15,0 0-15,49 49 16,-49-74-16,25 50 16,-26-50-16,1 49 15,50-24-15,-51-25 16,1 25-16,25 0 16,-25-25-16,0 25 15,24 0 1,-24-25-16,0 0 0,0 24 15,-1-24-15,1 25 16,25 0-16,-25-25 16,-1 25-16,26-25 15,-25 0-15,0 0 16,-1 25 0,1-25 15,0 0 16,0 0-16,0 0 0,-1 0-31</inkml:trace>
  <inkml:trace contextRef="#ctx0" brushRef="#br1" timeOffset="165347.8799">11956 9227 0,'-25'0'31,"-24"50"-15,24 0-16,-25 24 15,1 25-15,-1 0 16,1 1-16,-1 48 15,0 26-15,1-50 16,-1 50-16,1-1 16,24-49-16,25-49 15,-50 49-15,50-25 16,-25 50-16,25-75 16,0 26-16,0-51 15,0 26-15,0 24 16,0 0-16,0 0 15,25 0-15,-25 25 16,25 0-16,0-49 16,0-1-16,24-24 15,-24 0-15,25 24 16,49 0-16,-25 1 16,1-1-16,49 1 15,124 49-15,-75-50 16,-49-24-16,50-26 15,-75 26-15,25-25 16,-25-25-16,25 25 16,-24-1-16,-26-24 15,0 0-15,1 0 16,-1 0-16,-24 0 16,24-24-16,1-1 15,-1 25-15,25-25 16,1 0-16,-26 0 15,25 1-15,-24 24 16,49-25-16,-75 25 16,1 0-16,-25 0 15,-75 0 188,25 0-203,0 0 16,-49-25-16,49 25 16,-24-25-1,24 25-15,0 0 16,0 0-16,0-25 16,1 25-16,-1-24 15,0 24 1,0 0 15,0 0 0,50 0 110,0 24-141,0 1 16,74 25-16,-74-50 15,0 49-15,24-24 16,26-25-16,-26 25 15,-24 0-15,0-25 16,0 0 0,-25 25 156,-25-1-157,25 1-15,-25 0 16,0 0-16,-24 24 15,24-49-15,0 0 16,0 50-16,0-50 31,75 0 204</inkml:trace>
  <inkml:trace contextRef="#ctx0" brushRef="#br1" timeOffset="182808.23">14337 15180 0,'50'0'94,"0"0"-94,-26 0 16,1 0-16,50 0 15,-26 0 1,-24 0 0,0 0-16,0 0 0,0 0 15,24 0-15,-24 0 16,25 0-16,-1 0 16,1 0-16,-1 0 15,1 0-15,0 0 16,-26 0-16,1 0 15,0 0-15,25 0 16,-1 0-16,-24 0 16,49 0-16,1 0 15,-26 0 1,26 0-16,-1 0 16,-24 0-16,0 0 0,-26 0 15,26 0-15,-25 0 16,0 0-1,-1 0-15,1 0 16,0 0-16,0 0 16,0 0-16,-1 0 15,1 0-15,0 0 16,0 0 0,0 0-1,-1 0 16,1 0 1,0 0-17,0 0 48,0 0-32,-1 0 0,1 0-15</inkml:trace>
  <inkml:trace contextRef="#ctx0" brushRef="#br1" timeOffset="188386.4">14461 15974 0,'25'0'78,"0"0"-63,25-25 1,-1 25-16,-24 0 16,0 0-16,25 0 15,-1 0-15,1 0 16,-25 0-16,24 0 15,1 0-15,-25 0 16,-1 0-16,1 0 16,25 0-16,-25 0 15,-1 0 1,1 0 0,0 0-16,0 0 15,0 0-15,-1 0 31,1 0-31,0 0 16,0 0 0,0 0-1,24 0 1,-24 0 0,0 0-16,0 0 15,-1 0 1,26 0-16,-25 0 31,0 0-31,-1 0 16,1 0-1,0 0 1,0 0 0,25 0-1,-26 0 1,1 0-16,0 0 15,0 0-15,0 0 16,-1 0-16,1 0 16,25 0-1,-25 0-15,-1 0 16,1 0-16,25 0 16,-25 0-16,-1 0 15,26 0-15,-25 0 16,24 0-1,-24 0-15,0 0 16,0 0-16,0 0 16,-1 0-16,1 0 15,0 0-15,0 0 16,0 0 0,-1 0-16,1 0 31,0 0-16,0 0-15,0 0 32,-1 0-17,1 0 1,0 0 15,0 0-15,0 0-1,0 0 32</inkml:trace>
  <inkml:trace contextRef="#ctx0" brushRef="#br1" timeOffset="191770.8499">15404 7516 0</inkml:trace>
  <inkml:trace contextRef="#ctx0" brushRef="#br1" timeOffset="-183475.37">19422 4118 0,'0'-25'0,"-24"25"47,-26 0-47,0 0 15,-24 0-15,-25 0 16,49 0-16,1 25 16,24 24-16,0-49 15,25 25-15,-25 0 16,25 24-16,-25-24 15,25 0-15,0 0 16,0 0 0,25 24-1,0-24 1,-25 0-16,50 0 16,-26 49-16,1-49 15,25 24-15,-25 1 16,-25-25-1,0 0 1,24-25-16,-24 24 16,0 1-1,0 0 17,-24-25-17,-1 0 1,0 0-16,-25 0 15,-98 0-15,98 0 16,0 0-16,25 0 16,-24-25-16,24 0 31,75 25 110</inkml:trace>
  <inkml:trace contextRef="#ctx0" brushRef="#br1" timeOffset="-182836.9499">19720 4043 0,'0'50'63,"0"24"-48,-25 1-15,0 24 16,1-25-16,24 1 16,-50 24-16,25 0 15,0-25-15,1-24 16,24 25-16,-25-26 16,25 1-16,0-25 15,-25-1 1,25-48 78,0-1-94,-25-25 15,25 25-15</inkml:trace>
  <inkml:trace contextRef="#ctx0" brushRef="#br1" timeOffset="-180233.22">19472 4614 0,'0'0'0,"25"-25"16,49 25-16,1 0 15,-26-25-15,-24 0 16,25 25-16,-26 0 15,51 0-15,-50 0 16,0 0-16,-1 0 31,-24 25 126,0 25-157,-49 24 15,24-24-15,0 49 16,0-25-16,25-49 15,0 25 1,-25-25-16,25 24 0,0-24 16,0 0-1,25-25 63,0 0-78,0 0 16,-25-50-16,0 1 16,25 24-16,-25-25 15,0 1-15,0-1 16,0 25-16,0 0 16,0 0-16,0 1 15,0-1-15,0 0 16,0 0-1,25 25 48,24 0-47,26 0-1,24 0-15,25 0 16,-25-49-16,0 24 15,25-25-15,-74 25 16,-25 1-16,-25-1 16,0 0-1,0 0 1,0 0 0,0 1-1,-25 24 16,0 0-31,-99 0 16,50 49-16,24-24 16,25 25-16,-24-1 15,49-24-15,-25 25 16,25-26-16,0 1 16,0 25-16,25-25 15,-1 24 1,26 1-16,-25-25 15,24 24-15,1-24 16,-50 25-16,50-25 16,-50 24-16,24-24 15,-24 0-15,0 0 16,0 49-16,0-24 16,-24-26-1,24 1-15,0 0 16,0-50 46,74 0-46,-49-24-16,49-1 16,25-24-16,26 24 15,-26-49-15,0 25 16,-49 24-16,-1-25 15,26 26-15,-75-1 16,24 25-16,-24 1 16,0-1-1,0 0 32,-24 25 0,-1 0-31,-25 25-1,50 0 1,-49 49-16,-1 25 16,50-49-16,0 0 15,0-26-15,0 1 16,0 25-1,25-50 32,0 0-31,-1-50-16,1 25 16,25-24-16,-1 24 15,-24 0-15,-25 0 16,50 0-16,-50 1 15,25-1 1,-25 74 15,0 26-15,24-25-16,-24-1 16,50-24-16,-25 0 15,24 0-15,1-25 16,24 0-16,26-25 15,-26 0-15,0-74 16,-24 74-16,74-50 16,-25-24-16,-74 74 15,50-49-15,-75 49 16,24 0-16,-24-24 16,0 24-1,0 0 1,-24 25-1,-1 0 1,-50 25 0,1 25-1,49-1-15,0-24 16,-49 49-16,74-49 16,-50 50-16,25-26 15,25 26-15,0 24 16,0-25-16,0-24 15,0 49-15,50-24 16,0 49-16,-25-50 16,24 0-16,-24-49 15,-25 25-15,25-25 16,-25-1-16,0 1 31,0 0-15,0 0-16,-25-25 31,0 0 16,0-25-47,1-25 16,-1 26-16,25-26 15,0 25-15,0 0 16,0 1-16,0-26 15,0 25 1,-25-24 0,25-1-16,0 25 15,25 0 126,0 1-125</inkml:trace>
  <inkml:trace contextRef="#ctx0" brushRef="#br1" timeOffset="-179247.76">22424 4961 0,'25'-25'78,"49"0"-78,0-24 16,26-1-16,24-49 16,0 49-16,25-49 15,-100 49-15,1 26 16,-50-1-16,25 25 15,-25-25 1,-25 25 31,-25 0-31,1 0-16,24 0 15,-25 0-15,0 0 16,1 0-16,-1 0 15,1 25 1,49 0 0,-25-25-16,25 24 15,-25-24-15,0 25 16,0 0-16,1 25 16,-1-1-1,25-24-15,-25 25 16,25-1-1,0-24-15,0 25 16,25-50 0,-25 25-16,25-1 15,-25 1 1,24 0-16,76-25 16,-76 0-16,1 0 15,25 0-15,-1 0 16,-24 0-16,0 0 15,0 0-15,0 0 16,0 0 140</inkml:trace>
  <inkml:trace contextRef="#ctx0" brushRef="#br1" timeOffset="-178713.84">23490 4762 0,'50'0'62,"-25"0"-62,99 0 16,25 0-16,-50-24 16,75-1-16,-1 25 15,-98 0-15,-51 0 16,-73 25 62,24-25-78,-25 24 16,1 1-16,-26-25 15,51 25-15</inkml:trace>
  <inkml:trace contextRef="#ctx0" brushRef="#br1" timeOffset="-178178.67">23763 4986 0,'-25'0'16,"50"0"93,25 0-109,24 0 16,25 0-16,26-25 16,-26 0-16,-74 25 15,24 0-15,-24 0 16</inkml:trace>
  <inkml:trace contextRef="#ctx0" brushRef="#br1" timeOffset="-176705.4499">24780 4440 0,'0'25'47,"0"24"-47,-49-24 16,-1 50-16,25-1 15,-24-24-15,24-1 16,0 1-16,0 24 15,25-49 1,0-50 78,25-24-94,0 24 15,0 0-15,-1-25 16,1 1-16,-25-1 16,25 1-16,0-1 15,-25 25-15,0 0 16,0 1 15,0 73 63,0 1-78,0 49-16,0-49 15,0 24-15,0 1 16,0-1-16,0-24 15,0 24-15,0-49 16,0 0-16,0 24 16,0-24-16,0 0 15,0 0-15,0-1 16,-25 1 0,0 0 30,0-25-14,1 0-17,-1 0 17,0 0 14,99 0 95,1 0-141,-26 0 16,1 0-16,-25 0 15,0 0 1</inkml:trace>
  <inkml:trace contextRef="#ctx0" brushRef="#br1" timeOffset="-174519.62">19819 5432 0,'0'0'0,"0"-25"15,-49-24-15,24 49 16,-50 0-16,26 0 0,-26 0 15,-24 0-15,50 0 16,-26 25-16,26-1 16,-1-24-16,0 50 15,50-25 1,0 0-16,0-1 16,0 1-1,0 0-15,0 0 16,0 24-16,0-24 15,50 25 1,0 24-16,24-49 0,0 25 16,1-25-1,-1-1-15,50 1 16,-74-25-16,-1 25 16,-24-25-16,-25 50 46,-25-26-30,-49 1-16,49 0 16,-49 0-1,24-25-15,-49 0 16,0 0-16,49 0 0,1 0 16,-26 0-1,50-25-15,1 0 16,-1 0-16,0 25 15,25-24-15,0-1 16,0 50 109,25-25-109,0 0-16,74 49 15</inkml:trace>
  <inkml:trace contextRef="#ctx0" brushRef="#br1" timeOffset="-172245.49">20340 5804 0,'-25'0'15,"1"0"-15,-1 0 16,0 0 0,25 25-16,-50 0 15,50 0 1,-24-25 0,24 25-16,0-1 15,0 1 1,-25 0-1,25 0 17,49-25-1,-24 0-15,0 0-1,-25-25-15,25 0 16,-25 0 15,0 1-15,0-1 15,25 50 16,-25-1-32,49 26-15,-49 0 16,25-26 0,0 26-16,0-25 15,-25 0-15,24-1 16,1 1 0,0-25-16,0 25 15,0 0 1,-1-25-1,1 0 17,0-25-17,0 0-15,49-74 16,-24 74-16,-25-24 16,49-51-16,-49 76 15,-25-51-15,0 50 16,50-49-16,-50 49 15,0-25 1,0 75 78,0 25-79,0 24-15,-25 1 16,0 24-16,25 25 16,-25 0-16,0 50 15,0-26-15,1-48 16,24-1-16,0 0 16,0-24-16,0-26 15,0 26-15,0-26 16,0 1-1,0-1-15,24-24 16,-24 0-16,25 0 16,0-25 15,0 0-15,25-50-1,-1 1-15,1-26 16,-1 26-16,1-1 15,0-24-15,-50 24 16,24-25-16,-24 1 16,0 24-16,0-24 15,0 49-15,-24-49 16,24-50-16,-25 74 16,-50-24-16,75 24 15,-49 1-15,24-1 16,0 0-16,0 50 15,25-24 1,25 24 140,0 0-156,0 0 16,0 24-16,49-24 16,0 0-16,1 0 15,-1 0-15,-24 0 16,49-24-16,-49-1 15,-1 25 1,1-25-16,-50 0 0,0 0 47,-25 1 15,0 24-62,-24 0 47,24 0-31,25 24 0,-25 26-1,0-25-15,25 24 16,0-24-16,0 25 15,0-25-15,0-1 16,0 26-16,0-25 16,0 0-1,0-1-15,0 1 32,25-25-17,0 0 1,24 0-16,-24 0 15,50 0-15,-1 0 16,-24 0-16,24 0 16,-49 0-16,0 0 15</inkml:trace>
  <inkml:trace contextRef="#ctx0" brushRef="#br1" timeOffset="-171661.29">22647 6127 0,'74'0'94,"1"0"-94,49 0 16,25 0-16,0 0 15,24 0-15,-24 0 16,-99 0-16,-26 0 16,-48 0 62,-1 0-78,-25 25 15,25-1 1,1-24 0</inkml:trace>
  <inkml:trace contextRef="#ctx0" brushRef="#br1" timeOffset="-171095.9">22920 6375 0,'49'0'62,"1"0"-46,49 0-16,1 0 15,73 0-15,-98 0 16,-1-25-16,0 25 16,-49 0-1</inkml:trace>
  <inkml:trace contextRef="#ctx0" brushRef="#br1" timeOffset="-170150.9799">23912 5879 0,'25'0'0,"0"0"15,-1 0-15,51 0 16,-25 0-16,-1 0 15,26 25-15,-26-1 16,1 26-16,-25-25 31,-25 0-15,0-1-16,0 26 16,0-25-16,-25 24 15,0 1-15,-25-25 16,1 24-1,-1 1-15,1 0 0,-1-1 16,25-49 0,50 0 109,25-25-110,-1 1-15,26 24 16,-1-25-16,-24 0 16,-1 0-16,-24 25 15,25 0-15,-26 0 16,1 0-16</inkml:trace>
  <inkml:trace contextRef="#ctx0" brushRef="#br1" timeOffset="-168214.73">21060 15503 0,'24'25'78,"-24"0"-78,50 24 16,-25-24 0,0-25-16,-1 25 15,1-25 1,0 0 0,0 0-16,24-25 15,1-25-15,24 1 16,-24-1-1,-25 25-15,24-24 0,-24-1 16,25 25-16,-25-24 16,-1-1-1,-24 0-15,25 26 0,25-51 16,-50 50 0,25 1-16,-25-1 15,49 0 1,-24 0-1,-25 0 1,74-24-16,-49 24 16,0 0-1</inkml:trace>
  <inkml:trace contextRef="#ctx0" brushRef="#br1" timeOffset="-146135.3899">22945 15925 0,'0'24'93,"-50"1"-77,50 0-16,-25 25 16,-24-26-16,24 26 15,0 0-15,0-1 16,0 1-1,25-100 95,25 1-110,0-26 15,25 26-15,-50-1 16,49 0-16,-49 1 16,0 24-1,25 0-15,-25 0 32,0 50 124,0 25-156,0-1 15,0 1-15,0 0 16,0 24-16,0-24 16,0-26-16,0 26 15,0-25-15,0 0 16,0-1-16,-25 1 187,0-25-171,25 25 0,-24-25 499,-1 0-327,50 0 31,-1 0-219,1 0 31,0 0-31,0 0 31,0 0-15,-1 0 15,1 0 0,0 0 16,0 0-16,-25-25 219</inkml:trace>
  <inkml:trace contextRef="#ctx0" brushRef="#br1" timeOffset="-137023.9199">23168 16123 0,'50'0'109,"-1"0"-93,-24 0-16,25 0 15,-26 0-15,26 0 16,-25 0-16,0 0 16,-1 0-16,1 0 15,-25-25 173</inkml:trace>
  <inkml:trace contextRef="#ctx0" brushRef="#br1" timeOffset="-136368.4199">23391 15875 0,'0'25'46,"0"0"-30,0 24-16,0 1 16,0-1-16,0 26 15,0-1-15,0-49 16,0 25-16,0-26 16,0 1-16,0 0 15,0-75 188,0 1-187,0 24-16</inkml:trace>
  <inkml:trace contextRef="#ctx0" brushRef="#br1" timeOffset="-135047.96">23689 15875 0,'25'-25'109,"-1"50"-62,-24 25-47,0-26 16,0 26-16,0-25 15,0 0 1,0-1-16,0 1 15,0 25-15,0-25 32,0-1-32,0 1 15,-24-25 1,48 0 281,1-25-282,25 1 1,-25 24 0,-1 0-16,1 0 78,-50 0 141,-24 0-204,-1 0-15,1 0 16,-1 0-16,-24 0 15,49 0-15,0 0 16</inkml:trace>
  <inkml:trace contextRef="#ctx0" brushRef="#br1" timeOffset="-133227.97">23490 15825 0,'25'-24'32,"0"24"15,0 0-1,0-25-30,-1 25 0,1 0-16,25 0 15,-50-25-15,49 25 16,-24 0 31,0 50-32,0-1-15,-25-24 16,0 25-16,0-26 16,0 1-16,0 0 15,0 0-15,0 24 16,0-24-16,-25 0 16,25 0-16,-50 0 15,26 24 1,-1-49-16,25 25 15,-25-25-15,0 25 16,0-25-16,25 25 16,0-1-1,-24-24-15,48-24 172,1 24-156,0-25-1,0 25 1,0 0-16,-1 0 16,1 0-1,0 0 32,0 0-31,0 0-1,-1 0 17,1 0 186,0 0-202,0 0 0,0 0-1,-1 0 48,1 0-48,0 0 1,25 0-16,-25 0 16,-1 0-16,1 0 15</inkml:trace>
  <inkml:trace contextRef="#ctx0" brushRef="#br1" timeOffset="-132202.93">24284 16123 0,'25'0'125,"0"0"-110,24 0 1,-49-25 15,25 25-15</inkml:trace>
  <inkml:trace contextRef="#ctx0" brushRef="#br1" timeOffset="-131615.29">24259 16346 0,'50'0'63,"-25"0"-48,24-25-15,1 25 16,24 0-16,-24 0 15,0 0 1,-1 0-16,-24 0 16</inkml:trace>
  <inkml:trace contextRef="#ctx0" brushRef="#br1" timeOffset="-129953.3">24780 15850 0,'0'-25'31,"0"1"16,50-1-47,-1 25 16,-24 0-1,0 0-15,0 0 16,0 0 31,-25 25-47,0-1 16,0 1-16,0 0 15,0 25-15,0-26 16,0 1-16,0 0 15,0 0-15,0 0 16,-25-1-16,25 1 16,-50 0-16,25-25 15,1 0 1,73 0 250,-24 0-266,25 0 15,-26 0 16,1 25 1,-25 0-32,0 24 15,0-24 1,0 25-16,0-26 16,0 1-16,0 0 15,0 0 1,0 0-16,0 0 15,-25-25 1,25 24 0,-24-24-1,24 25 1,-25-25-16,0 25 16,0-25-16,-24 0 15,24 0 16,0 0 94,25-25-109,-25 0 0</inkml:trace>
  <inkml:trace contextRef="#ctx0" brushRef="#br0" timeOffset="-116089.74">24904 4862 0,'-25'0'63,"-24"0"-63,-1 49 15,1 1-15,-1 0 16,-24-26-16,-26 26 16,51-25-16,-1 0 15,1-1-15,24 1 16,0 0-16,-25-25 15,50 25 1,-24 0-16,-1-25 16,0 24-1,0-24 1,25 25-16,-25-25 16,50-49 124,25-26-140</inkml:trace>
  <inkml:trace contextRef="#ctx0" brushRef="#br0" timeOffset="-114182.8">24433 3696 0,'25'0'187,"-25"25"-171,25 0 15,-25-1-15,0 1-16,0 0 16,0 25-1,0-26 16,0 1-15,0 0 0,-25-25-1,0 0-15,0 0 32,0 25-1,1-25 16,48 0 93,1 0-108,-25 25-32,25-25 15,0 0-15,0 24 16,-1 1-16,1-25 15,0 25-15,0 0 16,0 0-16,-1-1 16,1-24-1,-25 25 95,-25-25-63,1 25-47,-1-25 15,0 0 16,0 0-31,0 0 16,1 0 0,-1 0-1,0 0 1,0 0-16,0 0 31,1 0-31,-1 0 16,0 0-1,0 0 64,0 0-33</inkml:trace>
  <inkml:trace contextRef="#ctx0" brushRef="#br0" timeOffset="-112843.99">24458 3671 0,'-25'0'31,"25"-25"-31,0 0 32,-25 25-32,0-24 31,1 24-15,-1 0-16,0 0 31,25-25-16,-25 25-15,0 0 32,1 0-17,-1 0 1,0 0 0,0 0-1,0 0 63,1 0 16</inkml:trace>
  <inkml:trace contextRef="#ctx0" brushRef="#br0" timeOffset="-98060.02">13147 17264 0,'49'0'31,"-24"0"-16,25 0-15,-1 0 16,1 0-16,0 0 16,-1 0-16,-24 0 15,0 0-15,0 0 16,0 0-16,-1 0 16,1 0 15,-25-25-31</inkml:trace>
  <inkml:trace contextRef="#ctx0" brushRef="#br0" timeOffset="-95604.8">22845 16470 0,'0'25'109,"0"0"-109,0 0 16,0 0-16,0-1 15,0 1 1,0 0 0,0 0-16,0 0 15,0-1 17,-24 1 14,-1-25-30,25 25 0,-50-25-16,25 25 31,75-25 110,0-25-141</inkml:trace>
  <inkml:trace contextRef="#ctx0" brushRef="#br0" timeOffset="-95187.89">23069 16594 0</inkml:trace>
  <inkml:trace contextRef="#ctx0" brushRef="#br0" timeOffset="-94369.28">23069 16768 0,'0'25'125,"0"0"-110,0-1-15,0 1 16,0 0 0,0 0-1,0 0 1,0-1-1,-25-24 1,0 0-16,50 0 172</inkml:trace>
  <inkml:trace contextRef="#ctx0" brushRef="#br0" timeOffset="-76463.87">18108 16966 0,'25'-24'62,"-1"-1"-46,1 0-16,0 25 15,-25-25-15,25 25 16,0 0 0,-1 0-1,1 0 16,0 0-31,0 25 16,-25 0-16,0 0 16,25-1-16,-25 1 15,0 0-15,0 0 16,0 0 0,0-1-16,0 1 15,-25-25 1,0 0-16,0 0 15,0 0-15,1 0 16,-1 0-16,-25 0 16,25 0-1,1 0 1,48 0 78,1 0-79,0 0 1,0 0 0,0 0-16,-1 0 0,-24 25 31,0 0-16,25 0 1,-25-1-16,0 1 0,0 0 16,0 25-1,0-26 1,0 26-16,-25-50 16,25 25-16,-24-25 15,-1 0 1,0 0-1,0 0 1,0 0 0,1 0-1,-1 0 1,25-25 125,25 25-126</inkml:trace>
  <inkml:trace contextRef="#ctx0" brushRef="#br0" timeOffset="-75478.83">19001 17140 0,'-25'0'0,"25"-25"78,25 25-63,0-25-15,49 25 16,-24-24 0,-26 24-16,1 0 15,0 0 1,0 0 31,0 0-32,-1 0 17</inkml:trace>
  <inkml:trace contextRef="#ctx0" brushRef="#br0" timeOffset="-74660.78">19174 16892 0,'0'74'32,"-24"-49"-17,24 25-15,0-25 16,0 24-16,0 26 15,0-51-15,0 26 16,0-25-16,0 24 16,0-24-1,0 0-15,0 0 16,0 0-16,0-1 16,0 1-16,0 25 15,0-75 157</inkml:trace>
  <inkml:trace contextRef="#ctx0" brushRef="#br0" timeOffset="-66659.9899">19894 17016 0,'-50'0'62,"50"25"-62,-25 0 16,0-1-16,25 1 15,-49 0-15,49 0 16,0 0-16,-25-1 16,25 1-16,-25 0 15,0-25 1,25 25-16,0 0 15,0-50 142,25-50-157,0 26 15,0-1-15,0 1 16,-25-1-16,24 25 16,1 0-16,-25 1 15,0-1-15,0 74 156,25 26-156,-25-26 16,25 26-16,-25-1 16,0-24-16,0-25 15,0 24-15,0 26 16,0-51 0,0 1-16,-25-25 187,0 0-171,0 0-16,1 25 15,-1-25 110,0 0-109,0 0 0,100 0 124,-26 0-124,1 0-16,-25 0 0,0 0 15,-1 0-15,1 0 282</inkml:trace>
  <inkml:trace contextRef="#ctx0" brushRef="#br0" timeOffset="-66068.82">20415 17338 0,'49'0'63,"-24"-24"-63,25-1 16,-1 25-16,1-25 15,-25 0-15,24 25 16,-24-25-16</inkml:trace>
  <inkml:trace contextRef="#ctx0" brushRef="#br0" timeOffset="-65437.92">20539 17487 0,'49'-25'78,"-24"-24"-62,25 49 0,-1-50-1,-24 50-15,0-25 16,-25 1-1,25 24-15</inkml:trace>
  <inkml:trace contextRef="#ctx0" brushRef="#br0" timeOffset="-63868.88">21233 16917 0,'0'49'63,"0"-24"-48,0 0-15,-25 0 16,25 0-16,0-1 16,0 26-16,-24-50 15,24 25-15,0 0 31,0-1-15,-25-24-16,25 25 16,0 0 15,0 0 0,25-25-15,-1 0 15,-24 25-15,25-25-1,0 0 17,-25-25-17,25 25 1,-25-25-16,25 25 15,-1-25 17,-24 0-17,0 1 32,0-1-16,25 25-31,-25-25 47,0 75 47,0-26-94,0 51 16,0-26-16,-25 26 15,25-1-15,-24-24 16,24 0-16,0-1 16,0 1-16,0-25 15,0 24-15,0-24 16,0-50 187</inkml:trace>
  <inkml:trace contextRef="#ctx0" brushRef="#br0" timeOffset="-60799.69">15801 16867 0,'0'0'0,"25"0"15,0 0 1,-1 0-16,26 0 16,-25 0-16,24 0 15,26 0-15,-26 0 16,1 0-16,24 0 15,1 0-15,-50 0 16,49 0-16,-24 0 16,-26 0-16,26 0 15,0 0-15,-26 0 16,26 0-16,-25 0 16,0 0-16,0 0 15,-1 0 16</inkml:trace>
  <inkml:trace contextRef="#ctx0" brushRef="#br0" timeOffset="-55436.98">24483 5904 0,'-25'0'47,"-25"74"-31,-24-24-16,-1 49 15,1-74-15,24 49 16,1 0-16,-1-74 16,25 75-16,-24-75 15,24 49-15,0-24 16,25 0 0,-25-25-1,25 25 16</inkml:trace>
  <inkml:trace contextRef="#ctx0" brushRef="#br0" timeOffset="-46177.75">24433 6821 0,'0'25'125,"0"0"-125,-25 25 15,0-1-15,25-24 16,0 0-16,-24 0 16,24-1-1,0 1-15,0 0 16,0 0-16,0 0 94,0-1-63,24-24 63,1 0-79,0 0-15,0 0 16,0 0-16,-1-24 16,1 24-1,0 0 1,0-25-16,-25 0 172,0 0-157,0 0 1,0 1 0,0-1-1,0 0 1,0 0 15</inkml:trace>
  <inkml:trace contextRef="#ctx0" brushRef="#br0" timeOffset="-41743.7299">19844 17140 0,'0'25'78,"-25"0"-62,0-1 15,25 1-15,-24 0 15,-1-25 16,0 25 0,0-25 0,25-25-16,-25 0-31,1 0 31,24 1-15,0-1 15,0 0-15,0 0-16,0 0 15,0 1 1,24-26 0,1 0 15,-25 26 0,25 24-31,0 0 31,-25-25-15,25 25 0,-1 0-1,-24-25 1,25 25-1,0 0 17,0 0-17,0 0 17,-25 25-17,49-25 1,-49 25-16,0-1 15,25 1-15,0 0 16,-25 0 0,25-25-16,-25 25 15,0-1 1,25-24-16,-25 25 16,0 0-1,0 0 1,0 0-1,0-1-15,0 1 16,-25 0-16,25 25 16,-25-26-16,25 1 15,0 0-15,-25 0 16,0 0 0,25-1-1,0 1-15,-24-25 16,24 25-16,-25 0 47,0-25-16,25 25-31,-25-25 16,25 25-1,-25-25 1,25 24-16,-25-24 31,1 0 32,-1 0-48,25-24 16,-25 24-15,25-25 0,0 0 15,0 0-15,0 0 15,0 0-16,0 1 1,0-1 0,0 0 15,25 25 0,0 0-15,-1 0 15,1 0-15,0 0 15,0 0-15,0 25-1,24 24 16,1-24-31,-50 0 16,25-25-16,0 25 16,-25 0-16,24-25 15,-24 25 1,25-25 0,-25 24-16,25 1 31,0-25-16,-25 25 1,25-25 0,-25 25 31,24 0-32,-24-50 204</inkml:trace>
  <inkml:trace contextRef="#ctx0" brushRef="#br0" timeOffset="-39680.28">21283 16917 0,'0'74'93,"0"-24"-77,0-1-16,0 26 16,0-1-16,0-49 15,0 25-15,0 24 16,-50-24-16,25 24 15,25-49-15,0 0 16,-24 49-16,-1-74 16,25 25-16,0 0 15,0 0 1,0-50 62,25 0-78,-25-25 0,24-24 16,26-1-1,-50 26-15,25-1 16,0 1-16,-1-1 16,-24 0-16,25 26 15,-25-1 1,0 50 62,0 49-78,0-24 16,0 24-16,0 0 15,-25 1-15,25-25 16,0-26-16,-24 26 15,24-25 1,0-50 31,0 0-47,0 0 16,0-49-16,0 49 15,0-49-15,0 24 16,0-24-16,0 24 15,0-49-15,0 49 16,0 1-16,0-1 16,0 75 31,0 49-32,0-49-15,-25 25 16,25-1-16,0 1 15,0-25 1,0-1 62,25-24-62,24 0-1,1 0-15</inkml:trace>
  <inkml:trace contextRef="#ctx0" brushRef="#br0" timeOffset="-38568.4">21828 17041 0,'0'74'31,"-24"-49"-15,24 0-1,-25 0-15,0 24 16,0 1-16,0-50 16,25 25-16,0 24 15,-24-49-15,24 25 31,24-25 63,1 0-94,0 0 16,0 0-1,24 0 1,-24 0 0,0 0-1,0 0 1,0 0 0,-1 25-1,-24 0-15,25-1 16,-25 1-1,25-25-15,-25 25 16,0 0-16,0 0 16,0 0-1,-50 24 1,1-24 0,24 0-16,0-25 15,0 0 1,1 0-16,-1 0 15,0 0 1,0 0-16,0 0 16,1 0-16,-1 0 15,0-25 1,0 25-16,25-25 16,25 0 140</inkml:trace>
  <inkml:trace contextRef="#ctx0" brushRef="#br0" timeOffset="-37719.1199">21878 17090 0,'25'-24'62,"0"24"-62,-1 0 16,26 0-16,-25 0 16,49-25-16,-49 25 15,25 0-15,-1 0 16,-24 0 0,0 0-1,0 0-15,-25-25 219</inkml:trace>
  <inkml:trace contextRef="#ctx0" brushRef="#br0" timeOffset="-26472.59">24408 6846 0,'0'0'0,"0"25"0,0 0 16,0 0-16,0-1 15,-25 1-15,25 25 16,0-25-16,-24-1 16,24 26-16,0-25 15,0 0 1,0 24-1,0-24 1,0 0 0,0 0 31,0-1 78,24-24-47,1 0-63,-25-24-15,25 24 16,-25-25-16,50 25 16,-50-25-16,24 25 15,1 0 1,0 0-1,0 0 32,0 0 16,-25 25-48,0 0 1,24 24 0,-24 1-16,0-25 15,0-1-15,0 26 16,0-25-16,0 0 16,0-1-16,0 26 15,0-25 1,0 0-16,0-1 15,0 1 1,-24-25 0,24 25-16,-25 0 15,0-25-15,0 0 0,25 25 16,-25-25-16,1 0 16,-1 0-1,-25 0 1,25 0-16,-24 0 15,24 0 1,0 0 0,0-25-16,1 25 15,-26-25 1,25 0 0,25 0-1</inkml:trace>
  <inkml:trace contextRef="#ctx0" brushRef="#br0" timeOffset="-25283.99">24458 6796 0,'25'0'31,"-1"-24"-15,1 24-16,0-25 15,25 25-15,-26 0 16,1 0-16,0-25 16,25 25-16,-26 0 31</inkml:trace>
  <inkml:trace contextRef="#ctx0" brushRef="#br0" timeOffset="-23045.16">17091 17264 0,'0'25'31,"0"24"-15,0-24-1,0 0 1,25 0-16,-25 24 16,24-49-16,-24 50 15,25-25 1,0-25 31,25-25-32,-1 0-15,1-74 16,-1 74-16,51-124 16,-51 100-16,-24 24 15,25-49-15,-1 49 16,-24 0-16,-25 0 16,25 25-16,-25-25 46</inkml:trace>
  <inkml:trace contextRef="#ctx0" brushRef="#br0" timeOffset="-20816.16">15999 12204 0,'-24'0'16,"24"-25"-16,-25 25 15,0 0 1,0-25-16,0 25 16,-24 0-1,24 0 1,0 0-16,0 0 15,-24 0-15,24 0 16,0 0-16,-25 25 16,26 0-1,-1-25 1,-25 25 0,50 0-16,-25-25 15,1 24-15,-1-24 16,0 0-16,25 25 15,-50 0-15,26 0 16,-1-25 0,25 25-1,-25-25 1,25 24 15,0 1-15,0 0 31,0 0-32,25-25-15,-25 25 16,25-1-16,24 1 16,1 25-1,-1-50-15,1 25 16,-25-1-16,24-24 15,1 0-15,-25 0 16,25 25-16,-26-25 16,26 0-16,0 0 15,-26 0-15,1 0 16,0 0 0,0 0-16,0 0 15,-1 0-15,-24-25 16,25 1-1,0 24-15,0-25 16,-25-25 0,25 25-1,-25-24 1,0-1 0,0 25-1,0 1-15,-25-1 16,0 25-16,25-50 15,-25 25-15,0 1 16,1-26-16,-1 25 16,0 0-16,0-24 15,25 24-15,-25 0 16,1 0-16,24 0 16,0 1-1</inkml:trace>
  <inkml:trace contextRef="#ctx0" brushRef="#br0" timeOffset="-16577.8099">3027 13618 0,'24'0'15,"26"0"-15,0 0 16,74 0-16,148 0 15,-24 25-15,125-25 16,172 0-16,-123 0 16,-25 0-16,24 0 15,125 0-15,-223-25 16,-75 0-16,-25 25 16,-74 0-16,-50-25 15,-25 25-15,-24 0 16,0 0-16,49 0 15,-50 0-15,26 0 16,49 0-16,74 0 16,-24 0-16,-25 0 15,-25-25-15,-25 1 16,-25 24-16,-24-25 16,-100 25 124</inkml:trace>
  <inkml:trace contextRef="#ctx0" brushRef="#br0" timeOffset="-15632.16">3349 15900 0,'25'0'16,"24"0"-1,26 0-15,49 0 16,99 0-16,0 0 16,75-25-16,49 25 15,149-25-15,-124 25 16,-24 0-16,-26 0 15,1-49-15,-1-26 16,-173 50-16,-50 25 16,-74-24-16,-25-1 140,0 0-140</inkml:trace>
  <inkml:trace contextRef="#ctx0" brushRef="#br0" timeOffset="85784.7">21382 17115 0,'-25'25'110,"25"0"-110,-49 24 15,49-24-15,-25 0 16,0 25-16,0-26 15,0 26-15,25-75 94,50-24-94,-25 24 16,24-25-16,26-24 15,-75 49-15,74-25 16,-74 26-16,0-1 31,25 25-15,-75 0 31,1 25-32,24-1-15,0 1 16,0-25 187,1 50-203,-1-50 16,0 25-16,0-25 15,25 24 1,-25-24-16,75 0 78,-25-24-78,24-1 16,1-25-16,-25 25 15,0 25-15,-1-24 16,-48 24 47,-26 49-32,0-24-31,1 0 0,-1 0 15,-49 24 1,74-24-16,75-50 78,-1 0-78,1-24 16,0-1-16,24-24 15,-24 24-15,-26 25 16,1-24-16,-74 98 63,49 1-48,-25-25-15,-25 0 16,50-1-16,0 1 15,0-50 48,50 1-63,-25-26 16,-1 25-16,1-24 15,-74 73 63,24-24-78,0 0 16,25-24 93,-25 24-46,0 24-63,1-24 15,-51 50-15,50-25 16,1 24-16,-1-49 16,0 25-16,50-25 78,0 0-78,74-25 15,-25 25-15,-49-24 16,-25 48 31,-74 1-31,49 0-16,-25 25 15,1-26-15,-1 26 16,25 0-16,-24-50 15,49 49 1,0-24 78,-25 0-63,0 24-15,0 1-16,25-25 15,-25 0-15,25 0 32,50-25-17,-25 0-15,24 0 16,1 0-16,-25 0 15,-25-25-15,25 25 141,-25-25-125,24 25-16,1-50 15,0 50 1,0 0 0,-25-25-16,25 25 46,-25 25 1,-25 0-31,25 0-16,-25 0 16,0 0-16,0-1 15,25 1-15,-24-25 16,24 25-16,49-25 62,-24-25-62,0 25 32,-50 25 61,25 0-93,-25-25 16,25 25-16,-25-1 16,1 26-16,-1-50 15,25 25-15,-25-25 16,25 25-1,50-25 64,-50-25-79,0 0 15,0 0 1,-25 25 31,0 25-16,0 0-15,25-50 62,0 0-63,0-24 1,0 24 0,0-25-16,0 25 15,0 1 110,0-1-109,0 0-1,0 0 1,0 0-16,0 0 16,-25 75 77,1-25-77,-1 0-16,25 24 16,-25-49-16,50 0 62,0-24-62,49-26 16,-24 25-16,-26-25 15,26 26-15,-25-1 16,-50 25 93,0 0-62,0 0 78,1 0-109,-1 0-16,25 25 0,-50-25 16,25 24-1,1-24-15,-1 0 16,50-24 31,24-26-32,-24 25 1,0 0 0,0 1-1,-1 24 1,-24 24 78,25-24-16,-25-24-78,25-1 15,0 0-15,0 0 16,-25 0-16,24 1 16,-24-1 77,0 0-93,0 0 32,0-49-1,25 24-16,-25 25 1,0 75 62,0-25-62,-25 0-16,1-1 15,24 1-15,0 0 16,0 0 0,-25 0-1,25 24-15,-25-24 16,0 25-16,0-1 16,25 1-16,-24-25 15,24 24-15,-25-24 16,25 25-1,0-25-15,-25-1 16,25 26-16,-25-25 16,25 0-16,0-1 15,0 1 1,0 0 15,50-25 125,-25 0-140,-1 0 0,1-25-1,-25 0 1,25 25-16,0 0 141,0 0-126,-1 0 1,1 0-1,-25 25 110,-25-25-109,1 25 0,24 0-1,-25-25 63,25 25-46,-25-25 108,25-25-124</inkml:trace>
  <inkml:trace contextRef="#ctx0" brushRef="#br0" timeOffset="86554.06">21184 17512 0,'-25'0'78,"25"25"-47,0-50 16,25-25-31,-1 1-16,1-26 15,-25 51-15,50-51 16,-25 26-16,-25 24 16,24 25-16,1-25 15,-50 25 48,25 25-63,0 0 15,-24-25 1,24 24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6.62116" units="1/cm"/>
          <inkml:channelProperty channel="Y" name="resolution" value="46.54546" units="1/cm"/>
          <inkml:channelProperty channel="T" name="resolution" value="1" units="1/dev"/>
        </inkml:channelProperties>
      </inkml:inkSource>
      <inkml:timestamp xml:id="ts0" timeString="2020-03-25T03:30:01.91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3175 6350 0,'50'0'63,"74"0"-63,25 0 15,49 0-15,-49 0 16,198 0-16,-99-25 15,50 0-15,-25-24 16,-25 24-16,-25 0 16,-74 0-16,-75 1 15,-49 24-15</inkml:trace>
  <inkml:trace contextRef="#ctx0" brushRef="#br0" timeOffset="913.83">4713 8062 0,'0'0'0,"75"24"15,-26-24-15,26 0 16,-1 0-16,1 0 15,-1 0-15,0 0 16,26 0-16,-1 0 16,25 0-16,25 0 15,-50 0-15,25 0 16,0-24-16,0 24 16,-74-25-16,24 0 15,-49 25-15</inkml:trace>
  <inkml:trace contextRef="#ctx0" brushRef="#br0" timeOffset="1885.06">4912 7045 0,'0'24'78,"24"-24"-78,-24 25 16,50 0-16,-25-25 15,0 50 1,0-50-16,-1 0 16,-24 24-1,25-24-15,0 0 31,0 0-15,0 0 0,24 0 15,1-49-31,24 24 16,-24-49-16,-1 24 15,51-49-15,-51 49 16,1 0-16,24 1 15,-49-1-15,25 1 16,-26-1-16,1 25 16,0 0-16,0 1 31</inkml:trace>
  <inkml:trace contextRef="#ctx0" brushRef="#br0" timeOffset="3229.9">4564 9203 0,'50'0'16,"0"-50"-16,-1 50 15,1-25-15,-1 25 16,1 0-16,-25-25 16,0 25-16,-1 0 15,1 0 1,0 0-1,0 0 1,0 0 15,0 0-15,-1 0-16,1 0 31</inkml:trace>
  <inkml:trace contextRef="#ctx0" brushRef="#br0" timeOffset="3860.73">4440 9922 0,'50'0'47,"24"0"-47,50-25 16,-49 25-16,24-25 15,25 0 1,-25 1-16,-24-1 0,-26 25 15,-24 0-15</inkml:trace>
  <inkml:trace contextRef="#ctx0" brushRef="#br0" timeOffset="5215">8335 9227 0,'99'0'31,"0"0"-31,25 0 16,-25 0-1,50 0-15,25 0 16,-25-24-16,-50 24 16,-25 0-16,1 0 15,-26 0-15,-24 0 16,0 0 0,0 0-16,24 0 15,26 0 1,-26 0-16,26 0 15,-1 0-15,25-25 16,-49 25-16,0 0 16,24 0-16,-49 0 15,0 0-15,24-25 16,-24 25 0,0 0-1,0 0 1,0 0-1,-1 0 17,1 0-17,25 0 1,-25 0 15,-1 0-15,1 0-1,0 0 32</inkml:trace>
  <inkml:trace contextRef="#ctx0" brushRef="#br0" timeOffset="7043.76">6970 9947 0,'25'0'47,"74"0"-32,-49 0-15,49 0 16,1 0-16,-1 0 16,25 0-16,0 0 15,0 0-15,0 0 16,-50 0-16,25-25 16,-49 25-16,-25 0 15,25 0-15,-26 0 16,26 0-16,-25 0 31</inkml:trace>
  <inkml:trace contextRef="#ctx0" brushRef="#br0" timeOffset="11893.9499">4490 13444 0,'25'0'47,"49"0"-32,-49 0-15,74 0 16,-49 0 0,-1 0-16,1 0 15,0 0-15,-1 0 16,-24 0-1,0 0-15,0 0 16,0 0 0,-1 0-16,1 0 15,0-25-15,0 25 16,0 0 15</inkml:trace>
  <inkml:trace contextRef="#ctx0" brushRef="#br0" timeOffset="13642.82">4812 12452 0,'50'0'78,"24"0"-78,1 0 16,-25 0-16,24 0 15,0 0-15,1 0 16,-26 0-16,1 0 16,0 0-16,-26 0 15,1 0-15</inkml:trace>
  <inkml:trace contextRef="#ctx0" brushRef="#br0" timeOffset="14976.95">4961 12254 0,'-25'24'93,"25"1"-93,-24-25 16,-1 50-16,0-50 16,25 25-16,-50 24 15,26 1-15,-26-1 16,25-24-1,25 0-15,-25-25 16,25 25-16,0 0 16,-24-25-16,24 24 47,49-24-32,-24 0-15,49 0 16,26 0-16,24 0 15,-50-24-15,-24 24 16,24-25-16,-24 25 16,-1 0-16,-24 0 15,0-25-15,0 25 16</inkml:trace>
  <inkml:trace contextRef="#ctx0" brushRef="#br0" timeOffset="19074.3299">4614 14585 0,'50'0'63,"-26"0"-48,1 0 1,25 0 0,-25 0-1,-1 0-15,1 0 16,0 0-16,0 0 15,0 0 1,-1 0-16,1 0 16,0 0-1,0 0-15,0 0 16,24 0 0,-24 0-1,0 0 48,0 0-16,0 0-1</inkml:trace>
  <inkml:trace contextRef="#ctx0" brushRef="#br0" timeOffset="29711.36">4614 15304 0,'25'0'0,"24"-24"15,26 24-15,-1 0 16,25-25-16,-24 0 16,-25 25-16,49 0 15,-50 0-15,1 0 31,-25 0 1,0 0-17,24 0 1,-24 0 0,0 0-1,0 0-15,-1 0 16,1 0-1</inkml:trace>
  <inkml:trace contextRef="#ctx0" brushRef="#br0" timeOffset="33471.51">8434 14486 0,'50'0'62,"-26"0"-62,26 0 16,-25 0-16,49 0 15,-24 0-15,24 0 16,-49 0-16,25 0 16,-26 0-16,26 0 15,0 0-15,-1 0 16,1 0-16,-25 0 16,24 0-16,1 0 15,-25 0-15,24 0 16,-24 0-16,50 0 15,-51 0-15,1 0 16,0 0-16,0 0 16,0 0-16,-1 0 15,1 0 1,0 0 15,0 0-15,0 0-16,-1 0 15,1 0-15,0 0 0,0 0 32,0 0-32,-1 0 31,1 0-15,0 0 15,0 0-31,0 0 15,-1 0 1,1 0 15,-50 0 47,-24 0-78,-75 0 16</inkml:trace>
  <inkml:trace contextRef="#ctx0" brushRef="#br0" timeOffset="34339.08">7119 13494 0,'-49'0'47,"24"49"-47,-50-24 16,26 0-1,-1 0-15,25 0 16,-24 24-16,24-24 16,-25 25-16,26-26 15,-1 1-15,0 0 16,25 0-16,-50 0 15,26-1 1,24 1 0,-25-25-1,25 25-15</inkml:trace>
  <inkml:trace contextRef="#ctx0" brushRef="#br0" timeOffset="35174.46">6400 13791 0,'0'25'15,"0"0"1,0 0 0,25 0-1,0-1 1,-25 1-1,24-25-15,1 25 32,0-25-32,-25 25 15,25-25-15,-25 25 16,49-25 0,-49 24-1,25-24 1,0 0-1,0 0 1,0 0 0,-1 0-1,26 0-15,-25 0 16,24 0-16,-24 0 16,0-24-16,0 24 15,0 0-15</inkml:trace>
  <inkml:trace contextRef="#ctx0" brushRef="#br0" timeOffset="38170.36">7442 15156 0,'49'0'47,"-24"0"-47,50 0 15,-26 0-15,1 0 16,24 0-16,-49 0 16,25 0-16,-26 0 15,26 0-15,-25 0 16,0 0-16,24 0 15,-24 0-15,0 0 16,0 0-16,-25-25 16,24 25-16,26 0 15,-25 0-15,0 0 16,0 0 0</inkml:trace>
  <inkml:trace contextRef="#ctx0" brushRef="#br0" timeOffset="54152.59">14536 6722 0,'25'0'78,"74"0"-78,0 0 16,-49 0-16,49 0 16,75 0-16,-100 0 15,0 0-15,-49 0 16,25 0-16</inkml:trace>
  <inkml:trace contextRef="#ctx0" brushRef="#br1" timeOffset="69427.83">19794 1290 0,'-49'0'78,"49"25"-62,0-1-16,-25-24 16,25 25-1,0 0 1,0 25-1,0-26-15,0 1 16,25 25-16,0-1 16,-1-49-16,-24 50 15,50-25-15,-50 0 16,25-25-16,-25 25 16,25-25-16,-25 24 93,-25-24-61,0 0-17,0 0-15,0 0 16,1 0-1,-1 0-15,0 0 16,0 0 15,25 25 63,0 0-94,25 25 16,-25-26-1,25 1-15,0 0 16,-1-25 0,1 0-1,0 0-15,0 0 16,25 0-1,-50-50 1,24 26-16,26-26 16,-50 25-16,0 0 15,0-24-15,25 49 16,-25-25-16,0 0 16,0 0-1,0 0 1,25 1-16,-25-26 31,0 75 78,0 24-93,0-24-16,0 25 16,0-25-16,0 24 15,0-24-15,0 0 16,0 0-16,49-100 94,-24 51-79,-25-26-15,25 25 0,-25 0 16,0 0-16,0 1 16,0 73 77,0 1-93,25 24 16,-25-24-16,0 24 16,24-24-16,-24-25 15,50-25 48,-50-25-48,25-49-15,-25 49 16,25-25-16,-1 1 16,-24 24-16,0-25 15,0 25 1,0 0-1,0 1 1,0 48 93,0 26-93,0 0-16,0-1 16,0 26-16,0-26 15,0 1-15,0 24 16,0-49-16,0 25 16,0 24-16,0 1 15,0-26-15,0 1 16,0-1-16,0-24 15,0 0-15,0 25 16,0-26 0,0-48 62,0-51-63,0 1-15,0-75 16,0-25-16,0 26 16,25-26-16,-25 25 15,50 50-15,-50 24 16,0 26-16,25 24 16,-1 0-16,-24 0 15,25 25 16,-25-24-15,25 24 0,0 0 15,-25 24 0,0 1-15,0 50-1,0-26-15,0-24 16,0 25 0,0-1-16,0 1 15,0-25-15,-25 24 16,0-24 15,25-50 125,25 25-140,0-25-16,-25-24 16,25 24-1,-1 0-15,-24 0 16,25 25-16,-25-24 16,0-1-16,25 25 15,-25-25-15,0 0 16,25 0-16,0 25 15,-25-24 1,0 73 109,0-24-125,0 25 16,0-26-16,0 1 15,0 25-15,0-25 16,0-1 0,0 1-16,0 0 15,49 0 1,-24 0-16,49-25 15,-24 0-15,0 25 16,-25-25-16,24 0 16,-24 0-16,25 0 15,-50-25 1,0-25-16,24 50 16,1-25-16,0-49 15,0 24 1,-25 1-16,0-26 15,0 26-15,0 24 16,0 0 0,0 50 109,0 0-78,0-1-32,0 1 1,0 0-1,0 0 1,0 0 0,0-1-16,0 1 15,0 0 1,0 0-16,0 0 16,0 24-1,0-24 1,0 0 15,0 0 32,0 0-48,0-1-15,0 26 16,0-25-16,0 0 15,0-1-15,0 1 16,0 0-16,25-25 63,-1-50-48,1 26-15,0-1 16,25-25-16,-1 25 15,1-24-15,-25 24 16,24 0 0,-24 25-1</inkml:trace>
  <inkml:trace contextRef="#ctx0" brushRef="#br1" timeOffset="70595.58">21580 1439 0,'0'24'47,"0"26"-31,0 0-16,-24-1 15,-1 1-15,0 24 16,0 26-16,0-51 16,1 1-16,24-25 15,-25 49-15,0-49 16,25 0-16,0-1 15,0-48 64,25-26-64,0 0-15,-1-74 16,26 50-16,0-50 15,-50 74-15,0-24 16,49-1-16,-24 26 16,-25 24-16,0-49 15,0 49 1,25 25-16,-25 25 125,0 24-125,25 26 16,-25-26-16,0 50 15,0-24-15,0-50 16,0 24-16,0-24 15,-25 25-15,25-1 16,0-24-16,0 0 16,0 25-16,0-26 15,-25 1-15,25 25 16,0-25 15,0-50 94,0 0-109,0 0-1</inkml:trace>
  <inkml:trace contextRef="#ctx0" brushRef="#br1" timeOffset="71105.57">21531 1885 0,'0'-25'47,"25"1"-32,-1 24-15,1 0 16,0-25-16,25 25 15,-26-25 1,-24 50 109,-24 0-125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6.62116" units="1/cm"/>
          <inkml:channelProperty channel="Y" name="resolution" value="46.54546" units="1/cm"/>
          <inkml:channelProperty channel="T" name="resolution" value="1" units="1/dev"/>
        </inkml:channelProperties>
      </inkml:inkSource>
      <inkml:timestamp xml:id="ts0" timeString="2020-03-25T03:39:45.501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15478 8086 0,'0'25'47,"0"0"-31,0 0-1,0 0 1,25-25-16,-25 24 15,25 1 1,0 0 47,0-25-63,-1 0 31,26 0 0,-25 0-31,99-99 16,-50 49-1,26-49-15,24 0 16,-25 24-16,-50 1 16,1 24-16,0 1 15,-1-26-15,1 50 16,-50 1-16,25 24 15</inkml:trace>
  <inkml:trace contextRef="#ctx0" brushRef="#br0" timeOffset="1222.75">22969 7962 0,'25'0'94,"0"0"-94,-25 25 15,25 0 1,0 0 0,-25 0-16,49-1 15,-24-24-15,0 0 16,0 25-16,24-25 15,-24 25 1,0-25-16,25 0 16,-26 0-16,51 0 15,-1-50-15,-24 1 16,24-26-16,1-24 16,-1-25-16,25 0 15,-49 74-15,-1-24 16,26-50-16,-1 50 15,1-26-15,-26 76 16,-24-51-16,0 75 16,-25-25-16,0 1 15</inkml:trace>
  <inkml:trace contextRef="#ctx0" brushRef="#br0" timeOffset="38734.35">20911 4688 0,'-25'-25'16,"25"0"0,-25 25-16,0 0 15,0 0 1,1-24-16,-1 24 16,-99 0-1,49 0-15,1 0 16,0 0-16,-1 0 15,-49 0-15,75 0 16,-26 0-16,-24 0 16,-25 0-16,25 0 15,24 0-15,-24 0 16,25 0-16,-26 0 16,1 0-16,50 0 15,-26 0-15,26 0 16,-1 0-16,-24 0 15,49 0-15,-25 0 16,1 0-16,-1 0 16,0 0-16,25 0 15,1 0-15,-26 0 16,0 0-16,26 0 16,-26 0-16,0 0 15,26 0 1,-26 0-16,25 24 15,0 1-15,-24-25 16,24 0 0,0 50-16,0-50 15,1 25 1,-51 74-16,50-74 16,1 24-16,-26 1 15,50 0-15,-25-26 16,0 51-16,1-1 15,24-24 1,-25-25-16,25 24 16,-25 1-16,25-1 15,-25 1-15,25-25 16,0 49-16,0-49 16,0 0-16,0 24 15,0 1-15,-25 0 16,25-1-16,0-24 15,0 25-15,0-1 16,0 1 0,-24 0-16,24-26 15,0 26 1,-25 0-16,25-26 16,0 1-1,0 50-15,0-51 0,0 51 16,0-26-1,0 26-15,0-1 0,0-49 16,0 49 0,0 26-16,0-26 0,49 1 15,-24-1 1,0 0-16,0-49 0,49 99 16,1-74-1,-51-1-15,26 1 16,0 0-16,-1-26 15,26 26-15,-51-50 16,26 50-16,-25-50 16,24 49-16,1-49 15,24 50-15,-24-25 16,24-1-16,26 1 16,-51 0-16,1 0 15,24-25-15,26 49 16,-26-24-16,0-25 15,1 25-15,-1 0 16,1-25-16,-1 25 16,-24-25-16,24 0 15,-49 0-15,49 0 16,-24-25-16,24 0 16,-24 0-16,0-24 15,24 24-15,0-25 16,-49 1-16,25-26 15,24 26-15,-24-51 16,24-24-16,-24 75 16,-1-26-16,1 1 15,-25-25-15,24 49 16,1-24-16,0-26 16,-26 51-16,1-1 15,0 1-15,-25-26 16,25 26-16,0-26 15,-25 1-15,0 24 16,0-24-16,0-1 16,0 26-16,25-1 15,-1 25-15,-24-49 16,0 24-16,0 1 16,0 24-1,25 25-15,-25-25 16,0 0-16,25 0 15,-25-24 1,0 24 0,0 0-1,0 0-15,0 1 16,0-1 15,0 0-15,0 0-16,0 0 15,0 1 1,0-1 0,0 0-16,0 0 15,0 0 1,0 1 0,0-1-1,0 0 1,0 0-16,0 0 15,0 1-15,0-1 16,0 0 0,0 0-1,0 0 1,0 1-16,0-1 16,0 0 15,0 0-31,0 0 15,0 1-15,0-1 32,0 0-32,0 0 0,0 0 31,0 1-31,0-26 16</inkml:trace>
  <inkml:trace contextRef="#ctx0" brushRef="#br0" timeOffset="55311.8">13668 5209 0,'0'50'31,"0"24"-31,0 75 16,0-50-16,0 50 15,0 25-15,0 74 16,0-25-16,0-25 15,0 75-15,-25-74 16,0 98-16,-24-74 16,24-24-16,0 49 15,0-50-15,25 1 16,-50-1-16,50-49 16,-24-25-1,-26 50-15,50-25 16,-50-1-16,1-24 15,-1 25-15,1 25 0,24-75 16,0 25 0,0-49-16,25 24 15,-25 25-15,25-99 16,-24 24-16,24 1 16,-25-1-16,25 26 15,0-50-15,0 24 16,0 1-16,0-25 15,0 49-15,25-74 16,-25 25-16,24 0 16,-24-1-16,25 1 15,0 0 1,0 0 0,-25 0-1,25-25-15,-25 24 16,74 1-16,-24 25 15,74-25-15,-50 24 16,25-24-16,50 25 16,0-25-16,25-1 15,24 26-15,0-25 16,125 24-16,-25-24 16,24 0-16,25-25 15,-49 25-15,198-25 16,-124 0-16,-49 0 15,24 0-15,-49 0 16,74 49-16,-100-49 16,-48 25-16,-1-25 15,-74 0-15,49 0 16,1 0-16,-51 25 16,51-25-16,-75 0 15,50 0-15,-1 25 16,-74-25-16,50 0 15,25 0-15,-25 0 16,0 0-16,-1 0 16,1 0-16,99 0 15,-124 0-15,75 0 16,-26 0-16,-49 0 16,50 0-16,-25 0 15,-50 25-15,0-25 16,0 24-16,25 1 15,-49 0-15,-25-25 16,24 0-16,0 0 16,1 0-16,-26 0 15,1 0-15,0 0 16,24 0-16,-24 0 16,-26 0-16,51 0 15,-50 0-15,49 0 16,0 0-16,-24 0 15,24 0-15,-24 0 16,0 0-16,-25 0 16,-1 0-16,1 0 15,0-25 1,-25 0-16,50-24 16,-50-26-16,24 26 15,26-1-15,-25 1 16,24-26-16,1 1 15,-25 49-15,0-25 16,24 25-16,-24-24 16,0-26-1,0 26-15,24-1 0,-49 1 16,50-26-16,-1-49 16,-24 50-16,-25-1 15,25 26 1,25-50-16,-50 74 15,24-25-15,1 1 16,0-1-16,-25 25 0,25-24 31,-25 24-31,0 0 16,25 0-16,-1 0 16,-24 0-16,0 1 15,25-1-15,0-25 16,-25 1-1,25-1-15,-25 25 16,25 0-16,-25-24 16,0 24-1,24-25-15,-24 26 16,0-1 0,0 0-16,0-99 15,0 50-15,0-1 16,0 1-16,0-1 15,0 1-15,0-1 16,0 51-16,0-51 16,0 1-16,0-1 15,0-24-15,0 0 16,0 25-16,0-26 16,0-48-16,-24 48 15,24 1-15,0 0 16,-25 0-16,25 24 15,0 1-15,0-25 16,-25 24-16,25 26 16,-25-1-16,25 0 15,-25-24-15,25 24 16,-24-24-16,24 24 16,0 1-16,-50-1 15,50-49-15,0 49 16,-50-24-16,26-1 15,24 26-15,-25-1 16,0 1-16,0-51 16,25 76-16,-49-26 15,24 0-15,0-24 16,-25 24-16,50 1 16,-24-1-16,-26 1 15,25-1-15,0 25 16,1-24-1,-26-1-15,50 25 16,-25-25-16,0 26 16,-24-26-16,24 0 15,-25 26-15,50-1 16,-49-25-16,24 25 16,0-24-16,0 24 15,25 0-15,-49 0 16,-1-24-16,50 24 15,-50 0-15,50 0 16,-24 25-16,-1-49 16,-25 24-16,25 0 15,1 25-15,-26-49 16,50 24-16,-50 0 16,1 0-16,24 0 15,0 1-15,25-1 16,-49 0-16,-1 0 15,25 0-15,-24-24 16,24 49-16,0-25 16,-25 0-1,1-25-15,-1 26 0,1 24 16,24-50 0,0 50-16,-25-25 15,50 0-15,-49 1 16,-1-1-16,0-25 15,26 50 1,-26 0-16,0-49 0,1 49 16,-1-25-1,1 0-15,-26 0 16,26 25-16,-26-25 16,-24-24-16,49 24 15,1 25-15,-1-25 16,-24 0-16,-50 1 15,74 24-15,-24-25 16,-1 0-16,-24 0 16,25 0-16,-26 25 15,26 0-15,24-24 16,-24-1-16,0 25 16,-26-25-16,26 25 15,0 0-15,-1 0 16,26 0-16,-26-25 15,-49 0-15,50 25 16,-1-24-16,1-1 16,-1 25-16,26 0 15,-50 0-15,24 0 16,1 0-16,-1 0 16,-24 0-16,25 0 15,-1 0-15,-24 0 16,25 0-16,-1 0 15,-24 0-15,25 0 16,-1 0-16,-24 0 16,25 0-16,-1 0 15,1 0-15,-1 0 16,-24 0-16,25 0 16,-1 0-16,-24 0 15,25 0-15,24 0 16,-49 0-16,24 0 15,26 0-15,-26 0 16,1 0-16,0 0 16,-1 0-16,1 0 15,-1 0-15,26 25 16,-26-25-16,1 0 16,-1 24-16,1-24 15,0 0-15,24 25 16,0-25-16,-49 25 15,25 0-15,24-25 16,-49 25-16,25-1 16,24 1-16,0-25 15,-49 50-15,49-25 16,1-1-16,-1 1 16,1 0-16,-26 0 15,-24 0-15,25-1 16,-1 1-16,26-25 15,-51 50-15,-24-25 16,75-1-16,-26 1 16,1 0-16,24 0 15,1 0-15,-51-1 16,51-24-16,-1 25 16,1 0-16,-1 0 15,0 0-15,1-1 16,24-24-16,-25 25 15,1 0-15,-1 0 16,25 0-16,-24-25 16,-1 25-1,25-1-15,-24-24 0,-1 25 16,25-25 0,-24 0-16,24 0 0,0 25 15,0-25 1,1 0-16,-1 25 15,0-25 1,0 0-16,0 0 16,0 0-16,-24 0 15,49 25 1,-25-25-16,-25 0 16,26 0-1,-1 0 1,0 24-1,0-24-15,0 25 16,1-25-16,-1 0 16,0 0-16,0 0 15,0 25 1,1-25 15,-1 0-15,0 0-1,0 25 17,0-25-1,1 25-15,-1-25-1,0 0 32,0 0 31,0 0-62,1 0 140,-1 0-125,0 0 1,0 0-17,0 0 63,1 0-46</inkml:trace>
  <inkml:trace contextRef="#ctx0" brushRef="#br1" timeOffset="82118.73">2307 15627 0,'0'-25'109,"0"0"-93,-25 25 15,1 0-16,-26 0 1,25 0-16,-24 0 16,-26 25-16,26 0 15,-1 0-15,25 0 16,-74 24-16,74-24 16,0 0-16,-24 24 15,24-24 1,25 0-16,0 25 31,49-26-15,26 1-16,24-25 15,-24 0-15,-1 25 16,0-25-16,-49 25 16,0-25-16,0 0 15,-25 25 16,0-1-31,0 1 16,0 25-16,0-25 16,0 24-16,-50-24 15,50 0-15,-25-25 16,-24 49-16,-1-49 16,1 25-16,-1 0 15,25-25-15,0 0 16,-24 0-16,24 0 109</inkml:trace>
  <inkml:trace contextRef="#ctx0" brushRef="#br1" timeOffset="82732.69">2580 15553 0,'0'24'46,"0"26"-46,0 49 16,0-24-16,-25 24 0,25 25 16,-25 0-16,1-25 15,24 50 1,0-124-16,0 0 16,0 24-16,0 1 15,0-25-15,0-1 16,0 1-16,0 0 31,0-50 32,0-24-48,-25-1-15,25 25 16,-25 0-16</inkml:trace>
  <inkml:trace contextRef="#ctx0" brushRef="#br1" timeOffset="83213.8">2754 15999 0,'24'-25'47,"1"25"-15,0 0-17,0 0 1,0 0-1,-1 0 32,1 0-47</inkml:trace>
  <inkml:trace contextRef="#ctx0" brushRef="#br1" timeOffset="84261.7099">2878 16197 0,'0'25'62,"0"50"-46,0-26-16,-25 1 16,0 24-16,25-24 15,0 24-15,0-24 16,0 0-16,0-1 16,0 1-16,0-25 31,50-25 0,-1-100-31,26 26 16,-1-50-16,-74 50 15,25-1-15,0 1 16,0-1-16,-25 50 16,0-24-16,0 24 15,0 50 63,0 74-78,0 50 16,0-75-16,0 50 16,0-24-16,0-26 15,0 0-15,24-24 16,26-50 31,-25 0-32,0 0-15,-1 0 16,26-25-16,-50 0 16,25 1-16,0 24 15,-1-25 1,1-25-1,-25 25 1</inkml:trace>
  <inkml:trace contextRef="#ctx0" brushRef="#br1" timeOffset="86481.34">4118 15280 0,'0'49'16,"0"26"-16,0 24 15,-25-25-15,25 26 16,-49 48-16,49-48 16,0-1-16,-25 0 15,25-25-15,0 50 16,0-74-16,0 25 15,0-51-15,0 26 16,0-25-16,0 0 16,-25-25-1,0 0 79,25-50-94,0 25 16,0 0-16,0-24 15,0 24-15,-25-25 16,25 1-16,0 24 16,-25-25-16,25 25 15,0 1-15,0-1 16,-24 0-16,-1 25 15,0-25 1,0 25 0,0 25-1,1 25-15,-1-26 16,-25 51-16,50-1 16,-25 26-16,1-26 15,24-24-15,0-1 16,0 1-16,0-25 15,0 24-15,0-24 16,49 0-16,-24 0 16,0-25-1,0 0-15,49 0 16,-24-25-16,-1-25 16,51-24-16,48-25 15,-48 24-15,24 1 16,-50-1-16,-24 50 15,-50 1-15,24 24 16,-24-25 78,-24 0-79,24 0 17,-25 25-32,-25 0 62,50 25-46,-25 25-1,25-26-15,-24 76 16,-1-51-16,25 26 16,0-1-16,0-24 15,0-25-15,0 24 16,0-24-16,0 25 16,0-26-16,25 26 15,24-25-15,-24-25 16,49 0-16,-24 0 15,24-25-15,50 0 16,-49-24-16,24-51 16,-24 51-16,24-26 15,-99 51-15,49-26 16,-49 25 0,0 50 93,25 0-109,0-25 31,-25 25-15,25-25-16,0 24 15,-1 26 1,26-25 0,-25 0-16,0-25 15,49 0-15,-49 0 16,74 0-16,-49-75 16,-1 50-16,26-49 15,-1 49-15,0-24 16,-24 49-1,-25 0 17,0 0-17,-1 0 1,26 24-16,-25-24 16,25 0-16,-1 0 15,50 0-15,-49-49 16,49-26-16,-24-24 15,49 25-15,24-150 16,-148 125-16,50-50 16,-50 50-16,0-99 15,0 49-15,0 50 16,0 49-16,0 25 16,0 50 46,-25-25-46,0 25-16,25 24 15,0-24-15,-24 50 16,24-1-16,0 50 16,0-25-16,0-24 15,-25 49 1,25 49-16,0-24 0,0-25 15,0 0-15,0 0 16,0 0 0,0-24-16,0-51 15,0 1-15,0-1 0,0-24 16,0 0-16,0 0 31,0-75 47,0 25-62,0 1-16,0-26 16,0 0-16,0 26 15,25-1-15,-25-25 16,0-24-16</inkml:trace>
  <inkml:trace contextRef="#ctx0" brushRef="#br1" timeOffset="86977.81">6598 15999 0,'75'0'63,"-1"0"-63,75 0 15,25-74-15,-50 49 16,25-50-16,-50 51 15,-25-51-15,-24 75 16,-199 0 47,50 0-48,-75 25-15,0-25 16</inkml:trace>
  <inkml:trace contextRef="#ctx0" brushRef="#br1" timeOffset="88418.72">4465 10716 0,'0'74'31,"0"50"-31,0-25 16,0-24-16,0 74 16,0-25-16,0 74 15,0-49-15,0-25 16,0-25-16,25 25 16,-25-99-16,0 24 15,0-24-15,0 0 31,0-50 16</inkml:trace>
  <inkml:trace contextRef="#ctx0" brushRef="#br1" timeOffset="89033.98">4713 10815 0,'0'0'0,"50"0"16,-25 0-16,-1 0 15,1 0 1,0 0-16,25 25 15,-50-1-15,24 1 16,-24 25 15,-24 49 1,-26-74-32,-24 49 15,-26-49-15,51 25 16,-26-1-16,-49-24 15,100 0-15,-26 0 16,25-25-16,50 0 125,0 0-109,24 0-16</inkml:trace>
  <inkml:trace contextRef="#ctx0" brushRef="#br1" timeOffset="90176.2399">5011 12105 0,'0'-25'0,"-25"-25"16,25 1-16,0-1 15,0 25-15,0-24 16,25-1-16,0 25 15,-25 0-15,0-24 16,0 24-16,25 0 16,-25-24-16,0 24 15,0 0 17,-25 25 14,-25 0-30,25 0 0,0 74-1,25 1-15,0-26 16,0 1-16,0 24 16,0 1-16,50-50 15,-50 24-15,25 1 16,0-25-16,0-1 15,-1-24 1,26 0 0,0 0-1,-26 0-15,26-49 16,-25 24-16,0 0 16,49-24-16,-74 24 15,0 0-15,0 0 16,50-24-16,-50 24 15,0 0-15,24-25 16,1 1-16,-25 24 16,25 25 15,0 25-15,24 24-1,-24 26-15,25-1 16,-25 25-16,24-24 15,-24-1-15,-25-49 16,25 25-16,-25-75 63,0-50-63,0 26 15,0-1-15,0-24 16,0-25-16,0 24 15,0 1-15,25 49 16,-25 0-16,24 25 16,1 0 15,0 25-31,0 49 16,0 1-16,-25-50 15,49 24-15,-49-24 16,25-25 15,0 0-31,-25-25 16,49-24-1,1 24-15,25-25 16</inkml:trace>
  <inkml:trace contextRef="#ctx0" brushRef="#br1" timeOffset="90924.62">6350 11584 0,'-24'25'78,"24"-1"-47,0 1-15,0 0 0,-25 0-1,25 0 1,0 24-16,0-24 15,0 25 1,0-26 0,0 1-1,25 25-15,24-50 16,26 25-16,-51-25 16,1 0-16,0 0 15,-25 24 63,0 1-62,-25 0-16,0 0 16,1 0-16,-1-1 15,-25 1-15,25 0 16,1-25-16,-1 0 31,0 0-15,25-25-1,-25 0-15,25 1 16,0-26 0,25 25-1,25-24 1,-1 24-16,1-25 15,-1 25-15,51-24 16,-26-1-16,0 25 16,-24 1-16,-25-1 15,0 25-15</inkml:trace>
  <inkml:trace contextRef="#ctx0" brushRef="#br1" timeOffset="91917.7099">6871 11658 0,'0'25'78,"0"0"-63,0 0-15,0 24 16,0 1-16,0-1 16,0-24-16,0 25 15,0-1-15,0-24 16,0 25-16,0-1 16,0 1-16,25-25 15,0-25 1,0 0-1,24 0-15,-24-25 16,49-25-16,-24 26 16,0-76-16,24 51 15,-74 24-15,0-25 16,0 26-16,0-26 16,0 25-16,0-24 15,-25 24-15,25 0 16,-24 25-16,-26 0 15,25-25-15,-25 25 16,26 0-16,-26 0 16,50-25 46,25 25-62,0-24 16,24 24-16,1 0 15,49-25-15,-74 25 16,0 0-16,-25 25 16,0 24-16,25 26 15,-25-26-15,0-24 16,0 25-16,0-26 16,0 26-16,0-25 15,0-75 48,0 1-63,24-26 15,1 26-15,0-26 16,0 26-16,0 24 16,24 0-16,1 25 15,-25 0 1,-1 0-1,1 25-15,0 24 16,0-24-16,0 50 16,-1 49-16,1-100 15,-25 51-15,0-1 16,0 1-16,0-26 16,0-24-16,0 0 15,0 0 1,-25-50 31,25-50-47,0 51 15</inkml:trace>
  <inkml:trace contextRef="#ctx0" brushRef="#br1" timeOffset="96289.11">4887 15503 0,'0'0'0,"0"-25"16,25-74-16,-1-25 16,1 25-16,0-75 15,0-99-15,25 50 16,-26-75-16,-24 25 16,25-24-16,0-1 15,0 174-15,24 0 16,-49 74-16,0 1 15,0 24-15,25 25 16,-25-25 15,0 75 94,0-1-125,-49-49 16,49 50-16,-25-50 16,0 50-16,25-26 31,0 1 16,25-50 46,0 1-93,-25-1 0,24 25 16,1-25 0,-25 0-16,25 0 15,0 25 17,0 0-1,-1 0-16,26 0 1,-25 0-16,24 25 16,1 0-16,0-25 15,-26 25-15,26 0 16,-50-1-16,25-24 16,-25 25-16,25-25 15,-25-25 157,-25-24-172,-25-1 16,50 1-16,-25-1 15,1 0-15,-1 26 16,0-1-16,25 0 16,-50 0-16,26 25 31,-1 0 0,0 0-15,0 0-1,0 0-15,1 25 16,-26-25-16,25 99 16,0-74-16,1 25 15,24 24-15,-25-24 16,0 24-16,25 1 15,0-26-15,0 26 16,-25-1-16,25-24 16,-25-26-16,25 51 15,-24-75 110,-1-25-78,25 0-31,0-24-1,0 24 1,0 0-16,0 0 16,25-49-16,-25 24 15,0 25-15,24-24 16,1-1-16,0 0 16,-25 26-16,0-1 15,0 0 1,0 0-16,25 25 15,-75 50 157,25-1-156,-24 1-16,49-25 16,0 25-16,-50-26 15,50 26-15,-25-25 16,0 0-16,25-1 15,-24 1 1,24 0 0,-25 0-1,25 0 1,0-1 15,-25-24-15,25 25 15,0-50 16,0-49-31,50 0-16,-1-50 15,-24 49-15,25 25 16,-25 1-16,-1 24 15,26-25-15,-50 1 16,25 24-16,0 0 16,-1 25-1,1 0 32,0 0-47,25 0 16,-26 25-1,26 25-15,0-26 16,-26 26 0,26-25-16,0 24 15,-50-24-15,74 25 16,-49-25-16,24 24 16,-24 26-16,0-75 15,0 25-15,-25-1 16,25-24-1,-25 25 1,0 0 0,-25 0 109,-25-25-110,1 25-15,-26-25 16,26 0-16,-51 0 16,26 24-16,-25 1 15,24-25-15,1 25 16,0-25-16,-1 0 15,50 25 1,0-25-16,1 25 0,-1-25 31,74 0 94,1 0-125,-25 0 16,49 0-16,-24 0 16,0-25-16,-1 0 15,-24 25-15,49-25 16,-49 25-16,0 0 15,25-25-15,-26 25 32,-24-24 30,-49 24-46,-26 0-16,26-25 15,-50 0-15,49 25 16,0 0-16,26 0 16,-1 0-1,25-25 32,99 25-31,-49-25-16,24 25 15,-24-24-15,-1-1 16,1 25-16,-25 0 16,-1 0-16,-73 0 93,24 0-77,-49 0-16,-1 0 16,26 25-16,-1-25 15,25 0 1,100 0 31,-1-25-32,0 25-15,-24 0 16,0 0-16,-1-25 16,-24 0-16,0 25 15,-75 0 32,-24 0-47,-1 0 16,-98 25-16,-26 0 15,150 0-15,73-25 47,51 0-47,-25 0 0,49-25 16,-25 0 0,-24 0-16,49 0 15,-49 1-15,-26 24 16,1 0-16,-25-25 47,-25 0-47,1 0 31,-1 25-15,0 0-16,0 0 15,0 0 1,1 0-1,24-25 48,-25 25 31,0 0-79,25-25 79,25 1-78</inkml:trace>
  <inkml:trace contextRef="#ctx0" brushRef="#br1" timeOffset="128978.88">19274 6003 0,'-25'0'62,"0"0"-46,0 0 0,0 0 15,1 0-31,-26 0 31,25 0-15,0 0-1,1 0 1,-1 0 0,0 0-1,0 0-15,0 0 16,1 0-1,-1 0 1,0 0 0,0 0-1,0 0 17,0 0-17,1 0 1,-1 0-1,0 0 1,0 0 31,0 25-31,1-1 15,-1 26-16,25-25 1,-25-25 0,25 25-16,-25-1 31,25 1-31,0 0 0,0 0 16,-25 0-1,25 24 1,0-24-1,-24 0 1,24 0 0,0-1-16,0 1 15,0 0 1,0 0-16,0 0 16,0-1 15,0 1-31,0 0 15,0 0-15,0 24 32,0-24-32,0 0 15,24 25-15,1-1 16,-25-24 0,0 0-16,25 0 15,-25 0 1,25-25-16,0 49 15,-25-24 1,24 0-16,1 0 16,0-1-1,-25 1-15,25-25 16,-25 25-16,49-25 16,-49 25-16,50 0 15,-25-25 1,-25 24-1,25-24-15,-25 25 16,49-25 0,-24 0-1,0 25-15,0-25 16,0 25-16,24-25 16,-24 25-1,0-25-15,24 24 16,-24-24-1,25 0-15,-25 25 16,24-25-16,-24 0 16,0 0 15,0 0 16,-1 0-32,1 0 17,-25-25-17,25 1 1,0-1 0,-25 0-16,25 25 15,-25-25-15,0 0 16,24 1-16,1-26 15,-25 25 1,0-24-16,50-1 16,-50 25-16,25 0 15,-25-24 1,0 24 0,24-25-16,1 25 15,-25 1 1,0-1-16,0 0 15,25 0 1,-25 0-16,25 25 0,-25-24 16,0-1-1,0 0-15,0 0 16,0 0 0,25 1-1,-25-1 1,0 0-16,0 0 15,0 0 1,0 1-16,0-1 16,0 0-1,0 0-15,0 0 16,0 1 0,0-1 15,0 0-16,0 0 1,0 0 0,-25 25-1,25-24 1,-25-1 15,25 0-15,-25 25-16,25-25 15,-25 25 1,25-25 0,-24 25-16,24-24 15,-25-1 1,0 25 0,0 0-1,25-25-15,-25 25 16,1 0-1,-1-25 1,0 25 47</inkml:trace>
  <inkml:trace contextRef="#ctx0" brushRef="#br1" timeOffset="151043.56">21010 13345 0,'25'0'31,"0"25"-16,-1 0 1,1-1-16,0 1 16,0-25-1,0 25-15,24-25 16,-24-25 0,25-24-1,98-125-15,-98 50 0,49-25 16,-49 25-1,49-25-15,0-49 16,-24 49-16,24 25 16,-49 25-16,-1 24 15,-49 50-15,25 25 16,-50 0 93,-24 25-109</inkml:trace>
  <inkml:trace contextRef="#ctx0" brushRef="#br1" timeOffset="160878.07">13941 8086 0,'0'25'31,"0"50"-15,0 24-16,0 74 15,0-49-15,0 75 16,0-50-16,0 74 16,0 0-16,0-24 15,0 49-15,24 49 16,-24-98-16,25 24 16,0 0-16,-25 50 15,0-50-15,0 25 16,0 0-16,0 0 15,0 50-15,0-75 16,0 1-16,0-26 16,-25 25-16,25-74 15,-25 74-15,25-74 16,0 50-16,0 73 16,0-48-16,0 24 15,0-50-15,25 25 16,-25 1-16,25-51 15,0 51-15,-25-100 16,25 99-16,-25-74 16,24-50-16,1 0 15,-25-24-15,0-1 16,0-24-16,0-26 16,0 1-16,0 0 15,0 0-15,0-50 141,0-149-141,50-49 15,74-124-15</inkml:trace>
  <inkml:trace contextRef="#ctx0" brushRef="#br1" timeOffset="163816.75">14263 7863 0,'0'0'0,"74"50"0,1-50 16,49 0-16,50 24 15,148 51-15,100-25 16,-50-1-16,0-49 16,25 50-16,99-25 15,-174-25-15,-24 0 16,0 0-16,74 0 15,-50 24-15,50 1 16,124 0-16,-124 25 16,25-26-16,25-24 15,74 25-15,-174-25 16,-49 0-16,-74 0 16,-50 0-16,-25 0 15,-50 0-15,0 0 16,-49 0-16,0 0 15,0 0-15,0 0 16,-1 0-16,26 0 16,0-25-16,24 25 15,-49-24-15,24 24 16,26 0-16,-26 0 16,51-50-16,-26 50 15,1-25-15,-1 25 16,25 0-1,0 0-15,-49 0 0,24 0 16,1 0-16,-1 0 16,25 0-1,-24 0-15,-1 0 0,-24 0 16,49 0 0,0 0-16,-49 0 15,24 0-15,1 0 16,-26 0-16,1 0 0,0 0 15,-1 0 1,-24 0-16,0 0 16,24 0-1,-24 0 1,0 0 15,0 0-15,0 0-1,-25 25 48,24 0-47,-24 24-16,0 26 15,0-1-15,0 1 16,0-1-16,0-24 15,0 49-15,0 0 16,0-25-16,0 1 16,0 24-16,0 25 15,0 25-15,0-50 16,-24 50-16,-1-50 16,-25 75-16,1-25 15,-1-50-15,0 50 16,26-25-16,-26-25 15,0 174-15,26-174 16,-26 25-16,50-25 16,-25 25-16,0-24 15,1 24-15,-1-25 16,25 25-16,-25-25 16,25-25-16,-25 26 15,0-51-15,25 50 16,-24 1-16,24-26 15,-25 25-15,0-24 16,-25 74-16,26-25 16,24-50-16,-25 0 15,0 26-15,25-1 16,-25-25-16,0 1 16,25-1-16,-25-24 15,25-1-15,0 51 16,-24-76-16,24 51 15,-25-26-15,25 26 16,-25 24-16,25-25 16,0 1-16,-25-50 15,25 24-15,-25 26 16,25-51-16,0 51 16,0-1-16,0 1 15,0-26-15,0 51 16,0-26-1,0 0-15,0-24 0,0 0 16,0-1 0,0 1-16,0-25 0,0-1 15,0 1 1,0 0 0,0 25-16,0-1 15,0-24-15,0 25 0,25-1 16,-25-24-1,0 25-15,0-26 0,0 51 16,0-25 0,0-26-1,0 26-15,0-25 16,0 0 15,0-1-31,-25-24 63,1 25-63,-26-25 15,0 25-15,-24-25 16,0 0-16,-75 25 16,25 0-16,-50-1 15,50-24-15,-50 25 16,-74 0-16,75 0 15,-26 0-15,26-1 16,-26-24-16,-24 50 16,49-50-16,1 25 15,24 0-15,-49-25 16,73 24-16,-23-24 16,24 25-16,-25-25 15,-74 25-15,49-25 16,0 25-16,1 0 15,24-25-15,-50 0 16,26 24-16,49 1 16,0-25-16,-50 25 15,75-25-15,24 25 16,-24 0-16,25-25 16,-75 0-16,50 24 15,-25 1-15,-25 0 16,-74-25-16,49 25 15,25-25-15,-24 25 16,49-25-16,-50 24 16,50-24-16,-25 0 15,25 25-15,-25-25 16,-24 0-16,73 0 16,1 0-16,0 0 15,49 0-15,26 0 16,-26 0-16,25 0 15,0 0 1,0 0 0,1 0-1,-51 0-15,26 0 16,-26 25-16,1-25 16,24 0-16,-24 0 15,24 0-15,25 0 16,1 0-16,24-25 156,24-24-140,-24 24-1,25-25-15,0 25 16,-25 1-16,25-1 16</inkml:trace>
  <inkml:trace contextRef="#ctx0" brushRef="#br1" timeOffset="175402.59">18405 14734 0,'-24'-25'16,"-1"25"-1,0 0 1,0-25-1,0 25 1,1 0-16,24-24 16,-50 24-16,25 0 15,25-50 1,-25 50-16,1-25 16,-1 25-16,0-25 15,-99-49 1,74 49-16,26 25 15,-26-49-15,25 49 16,0 0-16,1-25 16,-1 25-16,-25-50 15,25 50-15,0-25 16,-24 0-16,24 25 16,0-24-16,-49-1 15,24 0-15,1 0 16,24 25-16,-74-74 15,-1 49-15,76 25 16,-76-50-16,76 50 16,-26-24-16,25 24 15,-24 0-15,-26 0 16,50-25-16,-24 0 16,-1 0-16,-99 25 15,50 0-15,0-25 16,0 25-16,-75-24 15,50-1-15,25 25 16,24 0-16,1-25 16,24 25-16,25 0 15,-49 0-15,24-25 16,-24 25-16,0 0 16,-1 0-16,1 0 15,24 0-15,-49 0 16,-25-25-16,25 25 15,24 0-15,-24 0 16,25 0-16,24-24 16,0 24-16,1 0 15,24 0-15,0 0 16,0 0 0,1 0-16,-1 0 15,-25 0-15,25 0 16,-49 0-16,0 0 15,24 0-15,-49 24 16,24-24-16,-49 0 16,50 25-1,24-25-15,1 0 0,24 25 16,-25-25-16,-24 0 16,24 25-1,25-25 1,-24 25-16,-1-25 15,25 24-15,-24-24 16,-1 25-16,-24 0 16,24-25-16,25 25 15,-24 0-15,-26-25 16,26 0-16,-1 24 16,25-24-16,-24 25 15,24-25-15,0 25 16,-24-25-16,24 25 15,0-25 1,-25 25-16,25-1 16,-74 1-16,0-25 15,49 25-15,-24 25 16,0-50-16,24 0 16,0 49-16,26-49 15,-1 0-15,0 25 16,0 0 31,25 0-32,-25 24 1,25-24 0,0 0-16,0 0 15,0 24-15,0 1 16,0-25-16,0 24 15,0 1-15,0 0 16,0-26-16,0 1 16,25 0-16,0 0 15,-25 24-15,25-49 16,0 25-16,-1 0 16,100 74-16,-74-74 15,24 49-15,-24-74 16,24 50-16,-24-25 15,24 24-15,-24-24 16,0-25-16,24 75 16,-24-50-16,24-25 15,1 24-15,-1 1 16,0-25-16,-24 25 16,74-25-16,-50 0 15,1 25-15,-1 0 16,125-1-16,-50-24 15,-50 0-15,0 25 16,0-25-16,75 0 16,-50 0-16,-50 0 15,25 0-15,-24 0 16,-1 0-16,1 0 16,-26 0-16,-24 0 15,0 0-15,0 0 16,49 0-16,-24 0 15,-1 0-15,51 0 16,-1-25-16,174 1 16,-125-1-16,-23 0 15,98-25-15,-149 50 16,25-24-16,1 24 16,-26-25-16,0 0 15,1 0-15,-26 25 16,26-25-1,-26 25-15,1-25 16,0 25-16,24-24 0,-24 24 16,49 0-1,-49 0-15,24-25 16,-49 25-16,24 0 16,1 0-16,0 0 15,-26 0-15,1-25 16,0 25-16,25 0 15,-26 0-15,1 0 16,0 0-16,25 0 16,-26-25-16,1 25 15,0-25-15,0 25 16,0 0-16,24 0 16,-24 0-1,-25-24-15,50 24 16,-25 0-1,-1-25-15,1 25 16,0 0-16,25 0 16,-26 0-1,1-25 1,0 25-16,0 0 16,0 0-16,-1-25 15,26 25 1,-25-25-16,0 25 15,-1 0 1,1-24 0,0 24 15,-25-25-15,0 0-1,25 25-15,0 0 47,-25-25-31,0 0-1,24 25 17,-24-24-17,0-1 1,0 0 15,0 0 0,0 0 1,0 1-17,0-1 1,0 0 156</inkml:trace>
  <inkml:trace contextRef="#ctx0" brushRef="#br1" timeOffset="179170.19">12527 15205 0,'25'0'63,"24"0"-48,26 0-15,24 0 16,25-25-16,-25 25 16,50-24-16,24-1 15,-49 25 1,25-25-16,-74 0 15,-1 25-15,-49 0 16,0 0-16</inkml:trace>
  <inkml:trace contextRef="#ctx0" brushRef="#br1" timeOffset="179925.9499">14189 15156 0,'24'0'15,"26"0"1,-25 0-16,49 0 16,1 0-16,-1 0 15,1 0-15,-1 0 16,0 0-16,1 0 15,-50 0-15,24 0 16,-24 0-16</inkml:trace>
  <inkml:trace contextRef="#ctx0" brushRef="#br1" timeOffset="202190.52">14263 7813 0,'-25'0'141,"25"25"-126,-49-25 17,49 25-32,-25 0 15,0 0 17,0-25-17,0 24-15,1 1 31,24 0-31,-25-25 16,0 25 0,0-25-1,25 25 1,0 0 0,-25-1-1,1-24 1,24 25-1,0 0 1,0 0 15,0 0-31,-25-1 16,25 1 0,-25-25-1,25 25-15,0 0 16,0 0 15,0-1 16,0 1-16,0 0-15,0 0-1,0 24 1,0-24-16,0 0 16,0 0-16,0 0 15,-25-25 1,25 49-16,0-24 16,0 0-1,0 0-15,0-1 16,0 1-16,0 0 15,0 0 1,0 0 0,0-1-1,0 1 17,0 0-17,0 0 1,0 0-16,0-1 15,0 1 1,0 0 0,0 0-16,0 0 15,0 0 1,0-1-16,0 1 16,25 25-16,-25-25 15,0-1-15,0 26 16,25 0-1,-25-26-15,0 1 16,0 0 0,0 0-16,0 0 15,0-1 1,25 1-16,-25 0 16,0 25-1,0-26-15,0 1 16,0 25-16,0-25 15,0-1-15,24 26 16,-24 0-16,0-1 16,0-24-16,0 25 15,25-1-15,-25-24 16,0 0-16,0 0 16,0 24-16,0-24 15,0 0-15,0 0 16,0 0-16,0-1 15,0 1-15,0 25 16,0-25 0,0-1-1,0 1-15,0 0 16,0 0-16,0 0 16,0-1-16,0 1 15,0 0 1,0 0-1,0 0-15,0-1 16,0 1 0,0 0-16,0 0 15,0 0-15,0-1 16,0 1-16,0 0 16,0 0-16,0 0 15,0 24-15,0 1 16,0-25-16,0 24 15,0-24-15,0 49 16,0-49-16,0 25 16,0-25-16,0 24 15,0 26-15,0-50 16,0-1-16,0 1 16,0 25-16,0-25 15,0-1-15,0 26 16,0-25-16,-25 24 15,25-24 1,-24 25-16,24-25 0,0-1 16,-25 26-16,0 0 31,25-1-31,-25-24 16,0 25-16,25-1 15,0-24-15,0 25 16,0-26-16,0 1 15,-24 0 1,24 0-16,0 0 0,0 0 16,0-1-1,0 1 1,0 0-16,0 0 16,0 0-1,0-1-15,0 1 16,0 25-1,0-1 1,0 1-16,0 0 16,24-26-1,-24 1-15,25 25 16,-25-1 0,0-24-16,0 0 15,0 0-15,25 24 16,-25-24-1,0 25-15,0-25 16,0-1 0,0 1-16,25 25 15,-25-25-15,0-1 16,25 26-16,-25-25 16,0 0-16,0 24 15,0-24-15,0 50 16,0-51-16,0 1 15,0 25-15,0-1 16,0-24-16,0 0 16,24 0-16,-24 0 15,0-1-15,25 26 16,-25-25-16,0 24 16,0-24-16,0 0 15,0 25-15,0-26 16,0 1-16,0 25 15,0-25 1,0 24 0,0 75-16,0-74 15,0-1-15,0 51 16,0-26-16,0 25 16,0-49-16,0 0 15,0 49-15,0 25 16,0-99-16,0 49 15,25-24-15,-25-1 16,0-24-16,0 0 16,0 0-16,0-1 31,0 1-15,0 25-1,0-25 1,0-1-1,0 1-15,0 25 16,0-25 0,0 0-16,0-1 15,0 1 1,0 25-16,0-25 16,0-1-16,0 100 15,25-49-15,0-26 16,-25 26-16,0-26 15,0-24 1,24 0-16,-24 0 0,0 0 16,0-1-1,25-24 1,-25 25 0,0 0 15,0 0-31,0 0 47,25-25-16,0 24-15,0-24-1,-1 0-15,100 50 16,-24-50-16,-1 0 15,25 0-15,25 0 16,-50 0-16,0 0 16,25 0-16,-25 0 15,50 0-15,-74 0 16,-1 0-16,-24 0 16,24 0-16,25 0 15,-24 0-15,-1 0 16,25 0-16,-24 0 15,-1-25-15,-24 25 16,24 0-16,-49 0 16,25-25-16,-1 25 15,-24 0-15,74-24 16,-74 24-16,49 0 16,-49 0-16,50 0 15,-1 0-15,-49-25 16,49 25-16,-24 0 15,0 0-15,-1 0 16,-24 0-16,25 0 16,-1 0-16,-24 0 15,25 0-15,-26 0 16,51 0-16,-26 0 16,1 0-16,0 0 15,24 0-15,0 0 16,-24 0-16,25 0 15,24 0-15,-50 0 16,1 0-16,0 0 16,24 0-16,0 0 15,-49 0-15,25 0 16,-25 0-16,49 0 16,0 0-16,1 0 15,24 0-15,-25 0 16,26 0-16,-26 0 15,50 0-15,25 0 16,-50 0-16,25 0 16,25 0-16,0 0 15,24 0-15,-24 0 16,-25 0-16,25 0 16,-50 0-16,25 0 15,-24 0-15,-76 0 16,1 0-1,0 0-15,0 0 16,24 0 0,26 0-1,-50 0-15,-1 0 0,26 0 16,49 0 0,-24 0-16,-26 0 15,26 0-15,-1 0 16,1 0-16,24 0 0,-25 0 15,25 0 1,-24 0-16,24 0 16,0-25-16,0 25 15,26 0-15,-1 0 16,0 0-16,74 0 16,-74 0-16,0 0 15,-25 0-15,0 0 16,26 0-16,-76 0 15,26-25-15,-26 25 16,-24 0-16,0-25 16,0 25-16,-1 0 31,-24-24-15,25-1-16,0 25 15,0-25 1,0 25-16,-1-25 15,1 0-15,25 1 16,-1 24-16,-24-25 16,25 0-16,-25 25 15,-1 0 1,1 0-16,-25-25 16,25 25-1,0-25 16,0-24-15,-1 49 0,1-25-1,-25 0-15,0 0 16,25 1 0,0 24-16,-25-25 15,0 0 1,25 0-1,-25 0 1,0 1 15,24-1-15,-24 0-16,0 0 16,0 0 15,0 1-31,0-1 62</inkml:trace>
  <inkml:trace contextRef="#ctx0" brushRef="#br1" timeOffset="213642.84">15156 9128 0,'25'0'109,"74"0"-93,-49 0-16,-1 0 15,-24 0-15,49 0 16,-24 0-16,24 0 16,1 0-16,-1 0 15,26 0-15,-51 0 16,-24 0-16,49 0 15,-49 0-15,0 0 16,25 0-16,-26 0 16,1 0-16,0 0 15,25 0-15,-26 0 16,1 0 0,0 0-16,0 0 31,0 0-16,-1 0 32</inkml:trace>
  <inkml:trace contextRef="#ctx0" brushRef="#br1" timeOffset="-214112.3599">22325 9203 0,'24'0'125,"26"0"-125,0 0 16,-1 0-1,1 0-15,-1 0 16,1 0-16,-25 0 15,24 0-15,-24 0 16,25 0 0,-25 0-1,-1 0 1,1 0-16,0 0 16,25 0-1,-26 0-15,26 0 16,-25 0-16,25 0 15,-26 0-15,26 0 16,0 0-16,-26 0 16,26 0-16,-25 0 15,0 0-15,-1 0 16,1 0 15,0 0 0,0 0-15,0 0 0,-1 0-1</inkml:trace>
  <inkml:trace contextRef="#ctx0" brushRef="#br2" timeOffset="-191477.37">16644 5358 0,'-25'0'31,"1"25"-16,24-1-15,-50 26 16,25 24-16,-24 1 16,-1-26-16,0 1 15,1 24-15,-1-24 16,25-25-16,1-25 16,24 25-16,-25-25 15,25-25 32,25-25-31,24 1-1,26-26-15,-1-49 16,-24 75-16,-1-26 16,-24 50-16,25-24 15,-50-1-15,24 25 16,-24-24-16,25 49 15,-25-25-15,0 50 110,0 49-95,0-24-15,0-1 16,0 26-16,25-1 16,-25 1-16,0-1 15,0 0-15,0-24 16,0 25-16,0-1 16,0 0-16,0-49 15,0 25-15,0-25 16,-25 49-16,25-49 15,-25 0-15,25-1 16,0 1 0,0 0-1,-24-25 32,-1 25-31,-25-25-16,1 0 15,-1 25-15,0-25 16,-24 0-16,49 24 16,-24-24-16,24 0 15,0 0-15,124 0 110,25 0-95,0 0-15,-25 0 16,100-24-16,-50-1 16,-50 0-16,25 0 15,-74 0-15,-26 25 16,-48 0 31,-1 0-32,-25 0 1,25 0-16,1 0 0,-1 0 16,25 25 30,-25 0-30</inkml:trace>
  <inkml:trace contextRef="#ctx0" brushRef="#br2" timeOffset="-189206.56">15454 8285 0,'-75'25'15,"50"-25"-15,25 24 16,-24-24 0,-1 0 62,25-24-47,0-1-15,-25-50-16,25 1 15,0-25-15,0-25 16,-25 0-16,25-50 15,0 0-15,-25-24 0,1 24 16,-1-24 0,25 99-16,0 49 15,0 25-15,0 0 16,0 1 0,0-1-16,25 0 15,-1 0 1,-24 0-16,50 1 15,0-26-15,-1 0 16,26 26-16,-1-26 16,0 25-16,1-24 15,-25 24-15,74 0 16,-75 0-16,-24-24 16,0 49-16,0 0 15,-1 0 1,1 0 31,0 0-32,0 0-15,24 0 16,-24 0 0,-50-25 109,-24 0-110,24 0-15,0 25 16,0 0-16,1-25 15,-1 25 1,0 0 0,0-24 15,25-1-15,-25 25-16,1 0 15,-1 0-15,25-25 16,-25 25-16,50 0 109,0 0-93,24 0-16,1 0 15,24 0-15,1 0 16,-75 25-16,49-25 16,-24 0-16,0 0 15,0 0 32,-25 25 47,0-1-63,0 1-31,-50 99 16,25-49-16,25-26 15,-49 26-15,24-26 16,25 1-16,0-1 16,-25-24-16,25 0 15,0 0-15,0 0 32,0-1-32,0 1 46</inkml:trace>
  <inkml:trace contextRef="#ctx0" brushRef="#br2" timeOffset="-184477.1">23019 5333 0,'0'25'31,"0"0"-31,-74 74 16,24-74-16,25 24 16,0 50-16,-24-74 15,49 25-15,-50 24 16,25 1-1,25-50-15,-24-1 16,24 1-16,0 0 0,49-124 125,-24 24-109,0 1-16,0 24 0,24 1 15,-49-26 1,25 26-16,-25 24 16,0 0-16,25 0 15,-25 0 1,0 50 109,25 99-110,-1-74-15,-24 24 16,25 1-16,-25-1 16,0 1-16,0-1 15,25 0-15,-25 1 16,0 24-16,0-25 16,25-49-16,-25 25 15,0-25-15,0-1 16,-25-24 46,0 0-46,0 0-16,1 0 16,-26 0-16,0 0 15,1 0-15,-26 0 16,26 0-16,98 0 94,1 0-79,24 0 1,-24 0-16,0 0 15,24 0-15,-49 0 16,0 0-16</inkml:trace>
  <inkml:trace contextRef="#ctx0" brushRef="#br2" timeOffset="-182901.0799">23838 8285 0,'0'-75'78,"0"26"-62,24-26-16,1 1 16,25-25-16,-25-50 15,-1 50-15,1-50 16,-25 99-16,0-74 16,0 0-16,0 25 15,0 0-15,0-25 16,0 74-16,0-24 15,0 24 1,-25 0-16,25 1 16,0 24-16,0-25 15,-24 26-15,24-26 16,0 25 0,-25 0-16,25-24 15,0 24-15,0-25 0,-25 26 16,25-51-16,-25 26 31,25 24-15,0 0 31,-25 25 31,1 0-78,-1 0 15,0 0-15,0 0 16,0 0 0,25-25-1,-24 25 48,24-25-48,-25 25 17</inkml:trace>
  <inkml:trace contextRef="#ctx0" brushRef="#br2" timeOffset="-182009.59">23714 5755 0,'0'24'16,"0"26"-16,-25-25 15,-25 49 1,25-24-16,1 0 16,-1-26-16,25 1 15,0 0 1,0 0 15,0 0 0,0-1-15,0 1 15,0 0 32,25 0-48,-25 0 1,24-1-16,1-24 16,0 50-1,0-50-15,0 25 16,-1-25-1</inkml:trace>
  <inkml:trace contextRef="#ctx0" brushRef="#br2" timeOffset="-162717.52">23862 5705 0,'-74'0'78,"49"25"-63,0 0-15,-24-25 16,24 49-16,0-24 16,-24-25-16,24 25 15,0 0-15,0 0 16,0-25-16,1 24 15,24 1 1,-25 0 31,25 0-16,0 0 16,0-1-31,0 1 15,0 0-15,0 0 15,25 0-16,-25-1-15,24 1 16,-24 0 0,25 0-1,-25 0 1,25-25 0,-25 24 15,25-24-16,-25 25 17,25-25-17,-1 0 17,-24 25-17,25-25 48,0 25-48,0-25 32,0 0-31,-1 0 78</inkml:trace>
  <inkml:trace contextRef="#ctx0" brushRef="#br2" timeOffset="-161305.3899">23912 5730 0,'0'-25'125,"0"50"-109,0 24-16,-25-24 15,0 0-15,1 25 16,24-25-16,0-1 16,-25 1-16,25 0 15,-25 0 1,0 0-16,25-1 15,0 1-15,-25-25 16,25 25 0,0 0 15,0 0 16,-24-1-16,24 1 16,0 0-31,0 0-1,-25 0 16</inkml:trace>
  <inkml:trace contextRef="#ctx0" brushRef="#br2" timeOffset="-160093.24">23714 5904 0,'0'24'47,"0"1"-47,0 25 15,0-25-15,0-1 16,-25 1-16,25 0 16,-25 25-1,25-26 1,0 1 0,0 0-1,-25-25 1,25-50 78,50 1-94,-25-1 15,-1 1-15,1 24 16,0-25-16,0 1 15,-25 24 1,25 25 0,-25-50-16,0 75 109,0 0-93,-25 0-16,25-1 15,-25-24-15,25 25 16,-25 0-16,0-25 31,25 25-31,-24 0 47,-1-25-47,50 0 125,-25-25-62,-25 25 15</inkml:trace>
  <inkml:trace contextRef="#ctx0" brushRef="#br2" timeOffset="-156387.6">16644 4812 0,'0'0'0,"-49"25"16,24-25-16,-25 25 15,1 24-15,24-49 16,-50 75-16,26-75 15,24 74-15,-49-74 16,74 50-16,-50-25 16,25 24-16,-24 1 15,24-1-15,0 1 16,0 24-16,25 26 16,0-51-16,-25 75 15,25-25-15,0 1 16,0-1-16,0 0 15,0-24-15,0 49 16,50-75-16,-25 26 16,24-1-1,1 0-15,0 1 16,49-26-16,-50 26 0,1-26 16,24 1-1,-24-25-15,0 25 16,-26-26-16,51-24 15,-50 0-15,24 0 16,-24 0-16,25 0 16,-1 0-16,1 0 15,0 0-15,-1-74 16,26 74-16,-26-75 16,-24 51-16,74-76 15,-49 26-15,-1 49 16,1-74-16,-25 25 15,49-1-15,-49-49 16,-25 25-16,25-50 16,-25 25-16,0-74 15,-25-50-15,0 49 16,-49-24-16,24 74 16,1 0-16,-1 75 15,25-25-15,-24 74 16,24 0-1,25 0-15,-50 25 16,25 0 0,-24 0-1,-1 0 1,25 25-16,-24-25 16,24 25-1,-25-25-15,26 25 16</inkml:trace>
  <inkml:trace contextRef="#ctx0" brushRef="#br2" timeOffset="-154983.3299">22796 5234 0,'-50'0'31,"1"0"-31,-26 25 16,-74 49-16,1 25 15,24 0-15,0 25 16,-1-24-16,51 24 16,0-25-16,49-49 15,-25 49-15,50-25 16,-25 25-16,25 25 16,0-49-16,0-1 15,0 1-15,0-1 16,25 25-16,25-24 15,-25-1-15,-1-24 16,51 24-16,-1 1 16,-24-26-16,24 1 15,-24-1-15,24 1 16,26-25-16,-1 0 16,-25-25-16,1 24 15,24-24-15,50 0 16,-75 0-16,25-24 15,-24-1-15,49 0 16,-50-49-16,1-1 16,-1 1-16,-24 24 15,-1-49-15,1 0 16,-25-1-16,24-24 16,-49 25-16,25-50 15,-25 50-15,25-50 16,-25 50-16,25 0 15,-25 25-15,0 24 16,0 0-16,0-24 16,0 24-16,0 1 15,0 24-15,0-25 16,0 1-16,0 24 16,0-25-16,-25 25 15,25 1-15,0-1 16,-25 0-16,0 25 15,25-25-15,-25 0 16,25 1-16,-24 24 16,-1-25-16,-25 25 15,25-25-15,-24 0 16,24 25 0,0 0-16,0-25 15,1 25 1,-1-24-16</inkml:trace>
  <inkml:trace contextRef="#ctx0" brushRef="#br2" timeOffset="-133100.34">19472 13146 0,'-25'0'31,"0"0"-15,1 0 15,-51 0-15,26 0-16,-51-49 0,-24-1 15,50 50 1,0-74-16,-75 24 16,74 1-16,-49-26 15,50 26-15,-50-26 16,74 50-16,1-24 15,-26-1-15,26 1 16,-1-26-16,-24 26 16,-1-51-16,1 26 15,24-25-15,-24 24 16,-26-74-16,51 50 16,-50 25-16,74-50 15,-74 49-15,24-49 16,26 0-16,-1 50 15,0-1-15,1 1 16,-26-25-16,51 24 16,-26 1-16,0 24 15,26-24-15,-1 0 16,-25-26-16,50 26 16,-25 49-16,-24-24 15,49-1-15,0-24 16,-50 24-16,50 0 15,-25-24-15,25 49 16,-49-49-16,49 24 16,0 25-16,-25-24 15,0-1-15,25 25 16,-50-24-16,50-1 16,-24 25-16,24 0 15,-25-24-15,0 24 16,25 0-16,-50 0 15,50 1-15,0-1 16,-24 0-16,-1 0 16,25 0-16,0 1 15,-25-26-15,25 25 16,-25 0-16,25-24 16,0 24-16,-25 25 15,25-25-15,0-24 16,-24-1-16,24 25 15,-25-25-15,-25-49 16,1 50-16,49-1 16,-25 0-16,0 26 15,0-26-15,0 50 16,25-25-16,0-24 16,-24 49-16,-1-50 15,25 25-15,0-24 16,0 24-1,0-25 1,-25 25 0,25 1-16,0-1 15,0-25-15,0 25 16,0-24 0,0 24-16,0-25 15,0 26-15,0-26 16,0 25-1,0 0-15,0 0 16,0 1-16,0-1 16,0 0-16,0 0 15,0 0-15,0 1 16,0-26 0,0 25-16,0 0 0,0 1 15,-25-26-15,25 25 16,0 0-1,0 1 1,0-1 0,0 0-16,0 0 15,0 0 1,-25 1-16,25-1 16,0-25-1,0 25 1,0 1-16,0-1 15,0 0 1,0 0 0,0 0 15,0 1 0,0-1-31,0 0 31,0 0-15,0 0 0,0 1 62,-24 24-31,-1 0-32,-50 49-15,51-49 16,-1 50-16,0-50 16,0 49-16,-25-49 15,50 25-15,-24-25 16,24 25-16,-25 0 15,25 0 1,-25-25 0,50 0 109,0 0-125,24 0 15,-24-50-15,25 25 16,-25 0-16,24-24 16,-24 24-1,-25 0 1,25 25-16,0 0 31,-1 0 16,1 0-16,0 0-31,0 0 16,-25 25-1,25-25-15,-1 25 16,1 0 0,0-1-16,25 26 15,-26-50 1,1 0-16,0 50 16,0-50-16,0 0 15,-25 24-15,49-24 16,-24 0 156</inkml:trace>
  <inkml:trace contextRef="#ctx0" brushRef="#br2" timeOffset="-128637.9">20291 13667 0,'24'-24'125,"26"-1"-125,-25 25 16,0-25-16,49 0 15,-24 0-15,-26 1 16,26 24-16,0-25 16,-26 0-16,26 0 15,0 0-15,-26 1 16,26-1-16,0 0 16,-25 0-16,24 0 15,-24-24-15,0 49 16,49-75-16,-24 50 15,-1-24 1,26-26-16,-1 26 0,-24-26 16,24 26-16,-24-1 15,-25 1-15,74-26 16,-74 1-16,49-1 16,-24 51-16,-26-1 15,76-99 1,-76 74-16,26 1 15,0-76-15,-25 101 0,24-51 16,-24 1 0,0-1-16,24 1 15,-24 24-15,0 1 16,0-26-16,0 26 16,-1-26-16,1 26 15,-25-1-15,25-24 16,0 24-16,-25 1 15,25 24-15,-25-25 16,0 0-16,0 26 16,0-26-16,0-24 15,0 49-15,24-50 16,-24 26-16,0-1 16,0-24-16,0 49 15,0-25-15,0 1 16,25-1-16,-25 1 15,0 24-15,0-25 16,0 1-16,0-1 16,0 25-16,0-24 15,0-1-15,0 0 16,0-24-16,0 49 16,0-25-1,0 1-15,0-1 16,0 25-16,0-24 15,0-1-15,0 1 16,0-1-16,0 0 16,0 1-1,0-1-15,0 1 16,0 24-16,0 0 16,0-25-16,0 26 15,0-26-15,0 25 16,0-24-16,0 24 15,0 0-15,0-25 16,0 26 0,0-1-16,0 0 15,25 0-15,-25 0 16,0 0-16,25-24 16,-25 24-1,0-25-15,0 26 16,0-1-16,25-25 15,-25 25-15,24 1 16,-24-26-16,0 25 16,0 0-1,25 1-15,-25-26 16,0 25-16,25 0 16,-25 1-16,0-1 15,0 0-15,0 0 16,0 0-16,0 1 15,25-1-15,-25 0 16,0 0 0,0 0-16,0 1 31,25-1-31,-25 0 16,0 0-16,0 0 15,0 1 1,24-1-1,-24 0 1,0 0 0,0 0 15,0 0-15,0 1-1,0 48 188,-24-24-203,-1 50 16,0-25-16,25 0 16,-50 24-16,50-24 15,-24 0-15,-1 25 16,0-26-1,0 1-15,25 0 16,-25-25-16,50-25 156,-25 0-140,0-24 0,25 49-1,-25-25 1,25 0-16,0 25 15,-25-25 1,24 25 0,1 0 46,0 0 1,0 0-48,0 25 1,-1 0 31,1-25-47,0 25 15,0 0 1,-25-1 15,25-24-15,-1 25 0,1-25-1,-25 25 1,25-25-1,0 25 32,-25 0 0,25-25 78,-1 0-125,26 0 16,-25 0-16</inkml:trace>
  <inkml:trace contextRef="#ctx0" brushRef="#br2" timeOffset="-83672.67">20489 5556 0,'-25'-25'93,"0"-24"-77,1 24-16,-1-25 16</inkml:trace>
  <inkml:trace contextRef="#ctx0" brushRef="#br2" timeOffset="-84525.72">19794 6226 0,'0'25'125,"0"0"-110,0-1 1,25-24 15,-25 25-31,50-25 188,0-25-173,-1-24-15,1-1 16,24 1-16,1-1 15,-51 0-15,26 26 16,0-26-16,-1 0 16,-24 50-16,0-49 15,-25 74 157</inkml:trace>
  <inkml:trace contextRef="#ctx0" brushRef="#br2" timeOffset="-83154.31">19695 6697 0,'0'25'94,"25"-25"-94,0 25 31,0 0-15,-1-25-1,-24 24 1,25 1 15,0-25-31,-25 25 47,25-25-31,-25-25 31,0-24-32,74 24-15,-49-50 16,50 1-16,-51 24 15,26 1-15,0-1 16,-26 1-16,1 24 16,0 0-16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6.62116" units="1/cm"/>
          <inkml:channelProperty channel="Y" name="resolution" value="46.54546" units="1/cm"/>
          <inkml:channelProperty channel="T" name="resolution" value="1" units="1/dev"/>
        </inkml:channelProperties>
      </inkml:inkSource>
      <inkml:timestamp xml:id="ts0" timeString="2020-03-25T03:49:33.810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8335 4564 0,'0'50'62,"25"-1"-62,24 50 16,1-24-16,-25 24 16,-1-49-16,26 24 15,-50 1-15,0-51 16,25 51-16,-25-50 15,0-1 1,0 1 0,25-25-16,-1 0 62,76-49-46,48-51-16,125-73 15,0-1-15,50-24 16,49-1-16,173-148 16,-98 99-16,24 25 15,-49-1-15,99-24 16,-248 100-16,-25 48 16,-100 26-16,-73 49 15,-50 0-15,-1 25 16</inkml:trace>
  <inkml:trace contextRef="#ctx0" brushRef="#br0" timeOffset="172497.14">19447 12874 0,'0'24'109,"25"1"-109,0 0 16,-25 0-1,25-25-15,-25 25 16,24-1 46,-24 51-46,0-50 0,25-1-16,-25 1 15,25-25 126,49-74-141,1-25 16,-1 24-16,50-49 15,-49 25-15,49 0 16,0 24-16,-25-24 15,-25 0-15,-49 99 16,25-50-16,-25 1 16,24 24-16,1-25 15,-50 25 1,25 25-16,-1 0 16</inkml:trace>
  <inkml:trace contextRef="#ctx0" brushRef="#br0" timeOffset="174167.6">19571 13940 0,'0'25'78,"25"0"-62,-25 0-16,25-25 15,-25 24-15,25-24 16,-25 25-16,24 0 16,-24 0-1,0 0 17,0-1-32,25-24 15,0 0 157,25-24-172,24-51 16,50-24-16,0 25 15,25-50-15,0 24 16,0 1-16,-50 50 16,50-51-16,-50 51 15,-74 24-15,0 0 16,-25 0-16</inkml:trace>
  <inkml:trace contextRef="#ctx0" brushRef="#br1" timeOffset="206327.56">20787 12750 0,'24'0'31,"76"-25"-15,24 0-16,0 0 0,-50 25 16,75-49-1,-50 24-15,-24 25 0,-1-25 16,-49 25-16,-25 25 109,0 0-93,0-1-1,0 26-15,0 0 16,0-26 0,0 26-16,0-25 15,0 49-15,0-24 16,0-1-16,0 1 16,0-25-16,0 24 15,0 1-15,0-25 16,0 0-16,0 0 15,0-1 17,0 1 77,-25-25-93,0 25-16,0-25 15,-24 0-15,-1 25 16,1-25-16,24 0 16,-50 0-16,26 25 15,-1-25-15,1 0 16,-26 0-16,50 0 15,-24 0-15,24 0 16,-25 0-16,26 0 16,-1 0-16,-25 0 15,25 0 1,-49 0-16,49 0 16,-25 0-1,1 0-15,-1 0 16,25 0-16,1 0 15,-1 0 1,50 0 359,-1 0-375</inkml:trace>
  <inkml:trace contextRef="#ctx0" brushRef="#br1" timeOffset="207259.02">21010 12849 0,'0'0'0,"-25"0"16,0 0-1,1 0 1,-1 0-16,0 0 15,-25 0 1,25 0 0,1 0-1,-1 0-15,0 0 16,-25 0 0,26 0-16,-1 25 15,0-25 1,0 24-16,0-24 15,1 0 1,-1 25 0,0-25-1,0 0-15,0 0 16,1 0 0,-1 25-1,0-25 16,0 0 1</inkml:trace>
  <inkml:trace contextRef="#ctx0" brushRef="#br1" timeOffset="209420.14">20067 14039 0,'25'25'78,"74"-25"-62,25 0-16,-49 0 16,24-25-16,-25 25 15,1 0-15,-50 0 16,-1-24-16,-24 98 125,0-24-125,0 24 15,25-24-15,-25 24 16,25-24-16,-25-25 16,0 24-16,0 1 15,0-25-15,0 24 16,0-24-16,0 0 31,0 0 16,0-1-16,-50-24 63,1 0-78,-1 0-16,-24 0 15,-1 0-15,-24-24 16,50 24-16,-26 0 16,1 0-16,-25 0 15,24 0-15,1 0 16,24 0-16,-24 0 15,24 0 1,25 0 0,50 0 296</inkml:trace>
  <inkml:trace contextRef="#ctx0" brushRef="#br1" timeOffset="211664.78">19943 14461 0,'-24'0'62,"-1"0"-46,-25 25 0,50 25-16,-50-50 15,50 49-15,-24-49 16,24 25-16,-50 0 15,50 0 1,0-1 15,-25-24-31,25 25 16,-25-25 0,1 25-16,24 0 15,-25-25 1,0 0 15,25 25-15,0-1 62,25 1-47,0 0-15,-1 0-1,51 0 1,-50-1-16,-1-24 16,1 0-16,0 0 15,0 0-15,25 0 16,-26 0-16,1 0 15,0 0-15,25 0 16,-26 0 0,1 0-1,0 0-15,0 0 16,-25-24 156</inkml:trace>
  <inkml:trace contextRef="#ctx0" brushRef="#br1" timeOffset="213012.24">20787 13171 0,'0'25'46,"-25"-25"-30,-25 75-16,25-75 16,1 24-16,-1 1 15,-25 25-15,1-50 16,49 25-16,-50-25 16,50 24-16,-25 1 15,0-25 1,1 0-16,-1 0 31,25 25 141,25-25-156,-25 25-1,24-25-15,-24 25 16,50-1-16,-25 1 15,0-25-15,24 25 16,-24 0-16,0-25 16,0 0-16,-1 0 15,1 0-15,0 25 16,0-25 15,0 0 79,-1 24-32,-24 1-31</inkml:trace>
  <inkml:trace contextRef="#ctx0" brushRef="#br1" timeOffset="-208903.68">6871 5209 0,'25'0'94,"0"0"-78,0 0-1,-25 25 17,0 0-17,-25-1 1,25 1-1,-25-25-15,-25 25 16,26-25 15,24 25-15,24-25 46,1 0 95,0 0-142,0 25-15,0-25 16,-1 24 0,-24 1 30,0 0-30,-24-25-16,-1 25 16,25 0 31,0 24-16,25-49-16,-1 0-15,1 0 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6.62116" units="1/cm"/>
          <inkml:channelProperty channel="Y" name="resolution" value="46.54546" units="1/cm"/>
          <inkml:channelProperty channel="T" name="resolution" value="1" units="1/dev"/>
        </inkml:channelProperties>
      </inkml:inkSource>
      <inkml:timestamp xml:id="ts0" timeString="2020-03-25T04:01:39.56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14834 13246 0,'24'0'63,"1"0"-48,0 0-15,25 0 16,-26 0-16,1 0 16,25 0-16,-25 0 15,-1 0-15,1 0 16,25 25 15,-25-25-15,-1 0-16,1 0 15,0 0-15,25 0 16,-26 0-16,1 0 16,25 24-16,-25-24 15,49 0 1,-24 0-1,-26 25-15,26-25 16,-25 0-16,0 0 16,24 0-16,-24 0 15,0 0-15,0 0 16,0 0-16,-1 25 16,26-25-16,-25 0 15,24 0 1,-24 0-1,0 0-15,0 0 16,0 0-16,24 0 16,-24 0-1,0 0 1,0 0-16,-1 0 16,1 0-16,0 0 15,0 0-15,24 0 16,-24 0-1,25 0 1,-25 0-16,-1 0 16,1 0-16,0 0 15,0 0-15,24 0 16,-24 0 0,0 0-16,0 0 0,0 0 15,24 0-15,-24 0 16,0 0-1,0 0-15,0 0 16,-1 0-16,1 0 16,0 0-16,25 0 15,-26 0 1,1 0-16,0-25 16,0 25-16,0 0 31,-1 0-16,1 0 1,0 0 0,0 0-1,0 0 1,-1 0 0,1 0-1,0 0 16,0 0 1,0 0-17,-25-25-15</inkml:trace>
  <inkml:trace contextRef="#ctx0" brushRef="#br0" timeOffset="6873.43">5457 14337 0,'25'0'125,"0"0"-110,0 25-15,24-25 16,1 0-16,0 0 16,-1 25-16,1-25 15,24 0-15,1 0 16,-26 0-16,-24 0 16,25 0-16,-26 0 15,26 0-15,-25 0 16,0 0-16,0 0 15,-1 0-15,1 0 16,0 0-16,0 0 16,24 0-16,-24 0 15,25 0-15,-25 0 16,-1 0-16,1 0 16,25 0-16,-25 0 15,-1 0 1,1 0-1,0 0-15,0 0 16,0 0 0,-1 0-1,1 0-15,0 0 16,0 0 0,0 0-1,-1 0 32,1 0-31,0 0-1,0 0 17,0 0-17,-1 0 1,1 0 15,0 0 32</inkml:trace>
  <inkml:trace contextRef="#ctx0" brushRef="#br0" timeOffset="8645.17">5482 10195 0,'25'0'78,"0"0"-62,0 0 0,-1 0-1,26 0 1,-25 0-16,0 0 15,173 0-15,-124 0 16,1 0-16,49 0 16,-50 0-16,50 0 15,-74 0-15,0 0 16,24 0-16,-24 0 16,-1 0-16,1 0 15,-1 0-15,-24 0 16,25 0-1,-25 0 1,-1 0 0,1 0-1,0 0 17,0 0-17,0 0 1,-1 0 15,1 0-31,0 0 31,0 0-31,0 0 32,-1 0-32,1 0 31,0 0 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6.62116" units="1/cm"/>
          <inkml:channelProperty channel="Y" name="resolution" value="46.54546" units="1/cm"/>
          <inkml:channelProperty channel="T" name="resolution" value="1" units="1/dev"/>
        </inkml:channelProperties>
      </inkml:inkSource>
      <inkml:timestamp xml:id="ts0" timeString="2020-03-25T04:01:28.5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12676 13271 0,'99'0'78,"-50"0"-78,1 0 0,24 0 16,-24 0-1,0 0-15,24 0 0,-24 0 16,-26 0 0,26 0-16,-25 0 15,0 0-15,-1 0 16,1 0-1,0 0-15,0 0 16,24 0 0,-24 0-16,0 0 15,25 0-15,-25 0 16,-1 0-16,26 0 16,-25 0-16,0 0 15,-1 0-15,51 0 16,-50 0-1,24 0-15,-24 24 16,25-24 0,-1 25-1,1-25 1,-25 0-16,49 0 16,-49 0-16,24 25 15,-24-25-15,25 0 16,-1 0-16,-24 0 15,0 0-15,25 0 16,-1 0-16,-24 0 16,0 0-16,25 0 15,24 0-15,-24 0 16,-1 0-16,1 0 16,-1 0-16,1 0 15,24 0-15,-24 0 16,24 0-16,-24 0 15,0 0-15,24 0 16,-24 0-16,-1 0 16,1 0-16,-1 0 15,1 0-15,24 0 16,-49 0-16,25 0 16,-25-25-16,49 25 15,-24 0-15,-1 0 16,1 0-16,-25 0 15,24 0-15,1 0 16,0 0-16,-1 0 16,1 0-16,-1 0 15,1 0-15,0 0 16,-1 0-16,-24 0 16,49 0-16,-49 0 15,25 0-15,24 0 16,1 0-16,-26 0 15,1 0-15,0 0 16,-1 0-16,26 0 16,-1 0-16,-24 0 15,24 0-15,-24 0 16,24 0-16,0 0 16,-24 0-16,24 0 15,1 0-15,-26 0 16,1 0-16,0 0 15,-1 0-15,1 0 16,0 0-16,-26 0 16,26 0-16,-25 0 15,24 0-15,1 0 16,0 0 0,-1 0-1,-24 0-15,0-25 0,49 25 16,-24 0-1,49-24-15,-49 24 16,-1 0-16,-24-25 16,25 25-16,-1 0 15,-24-25 1,0 0 0,0 25-16,-1-25 15,-24 0 1,25 1-1,0 24-15,-25-25 16,0 0 0,0-25-16,0 26 15,0-1-15,0 0 16,0 0-16,0 0 16,-25-49-16,25 24 15,-25 26-15,25-1 16,-24-25-16,-1 1 15,0 24-15,-25-50 16,1 51-16,49-1 16,-50 0-16,25 0 15,-24 25-15,-1-25 16,25 1-16,-24-1 16,-1 25-16,-24-50 15,-1 50-15,26 0 16,-1-25-16,25 25 15,-24 0-15,-26 0 16,26-24-16,-1-1 16,25 25-16,-24 0 15,-1 0-15,0 0 16,1-25-16,24 25 16,-25 0-16,-24 0 15,24 0-15,-24 0 16,24 0-16,1 0 15,-1 0-15,1 0 16,-1 0-16,-24 0 16,24 0-16,25 0 15,-24 0-15,24 0 16,-25 0-16,-24 0 16,24 0-16,0 0 15,1 0-15,-1 0 16,1 0-16,-1 0 15,-24 0-15,24 0 16,0 0-16,26 0 16,-76 0-16,51 0 15,-1 0-15,1 0 16,-26 0-16,26 0 16,24 0-16,0 0 15,-49 0-15,49 0 16,-25 0-16,25 0 15,-49 0-15,24 0 16,1 0-16,-1 0 16,25 0-16,-49 25 15,24-25-15,1 0 16,-26 0 0,26 0-16,-1 0 0,-24 25 15,24-1 1,-24-24-16,24 0 15,-24 25-15,-1-25 16,1 25-16,-1-25 16,26 0-16,-1 25 15,0-25-15,-24 0 16,24 0-16,1 0 16,-26 25-16,51-25 15,-26 0-15,25 24 16,-24-24-16,-26 0 15,50 0-15,1 0 16,-26 0-16,50 25 16,-25-25-16,0 0 15,25 25-15,-24-25 16,-1 0-16,-25 25 16,25-25-1,-24 25-15,24-25 16,0 0-16,-25 0 15,26 0-15,-1 24 16,-25 1-16,25-25 16,1 0-1,-1 0-15,0 0 16,0 0 0,0 25-16,1-25 15,-1 0 1,0 0-1,0 25-15,0-25 32,1 25-17,-1-25-15,25 24 16,-25-24 0,0 25 15,0-25-31,25 25 15,-24-25-15,24 25 16,-25-25-16,25 25 16,-50-25-16,50 24 15,-25-24-15,1 25 16,-1 0 15,0 0-31,25 0 16,0-1 15,-25-24-31,25 25 16,0 0-16,0 0 31,-25-25-15,25 49-16,-24-49 15,24 25 1,-25 0-1,25 0 1,0 0 0,-25-25-1,25 24 1,-25-24 15,25 25-31,-25 0 16,1 0 15,24 0-15,0 0-1,0-1 17,0 1-32,0 0 31,0 0-16,0 0 1,24-25 0,1 24-1,-25 1 1,25-25 15,0 0-15,0 0 187,24 0-187,1-25-16,-1 25 15,26-24-15</inkml:trace>
  <inkml:trace contextRef="#ctx0" brushRef="#br0" timeOffset="946.19">20390 12254 0,'-75'0'46,"-49"0"-30,-49 24-16,24 1 16,-50 0-16,-73 25 15,73 24-15,1-24 16,24-1-16,50 1 16,25-1-16,49-24 15,25-25-15,50 0 172,0 0-172,25-25 16,-1 25-16,1-24 15</inkml:trace>
  <inkml:trace contextRef="#ctx0" brushRef="#br0" timeOffset="1858.82">19001 12105 0,'-50'49'47,"-24"1"-31,-26 24-16,26 1 16,0 24-1,24-74-15,-49 49 0,99-24 16,-50-25-1,50-1-15,-25-24 47,25 25 0,0 0-47,25-25 16,0 25-1,25-25-15,-1 0 16,1 0-16,24 25 16,1-1-16,-26-24 15,-24 25-15,25-25 16,24 0-16,1 0 16,-51 0-16,1 0 15,0 0-15,0 0 47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0E87CC95-1805-4589-B3C5-62CD2CD2AA07}" type="datetimeFigureOut">
              <a:rPr lang="en-US" smtClean="0"/>
              <a:pPr/>
              <a:t>9/30/2020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DC2BB922-0DC4-4F8B-823D-B8E7EC57498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583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E29F1-AC24-401B-AE48-BFF8CB282FE9}" type="datetime1">
              <a:rPr lang="en-US" smtClean="0"/>
              <a:t>9/30/2020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E6BCA-F241-498E-B60E-9685C1CC9996}" type="datetime1">
              <a:rPr lang="en-US" smtClean="0"/>
              <a:t>9/30/2020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6ED54-FE33-48FC-B768-53420673B322}" type="datetime1">
              <a:rPr lang="en-US" smtClean="0"/>
              <a:t>9/30/2020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1B534-49E3-4366-90D6-60AD87C516B6}" type="datetime1">
              <a:rPr lang="en-US" smtClean="0"/>
              <a:t>9/30/2020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78506-2230-47EC-89E9-2E7277A6738D}" type="datetime1">
              <a:rPr lang="en-US" smtClean="0"/>
              <a:t>9/30/2020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6FBFB-CB8B-428F-AF87-D12AD43DA750}" type="datetime1">
              <a:rPr lang="en-US" smtClean="0"/>
              <a:t>9/30/2020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393FB-C974-44DE-889F-A223199B1388}" type="datetime1">
              <a:rPr lang="en-US" smtClean="0"/>
              <a:t>9/30/2020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45911-3199-4EAC-B62F-D81987DC5F4D}" type="datetime1">
              <a:rPr lang="en-US" smtClean="0"/>
              <a:t>9/30/2020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ACE8A-4E9A-4525-ABEE-2126F0570F37}" type="datetime1">
              <a:rPr lang="en-US" smtClean="0"/>
              <a:t>9/30/2020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290D5-AE05-49EC-8540-F01B5CFEA829}" type="datetime1">
              <a:rPr lang="en-US" smtClean="0"/>
              <a:t>9/30/2020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720C5-B36B-4C90-B1DC-58C94FB16EE6}" type="datetime1">
              <a:rPr lang="en-US" smtClean="0"/>
              <a:t>9/30/2020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914400" y="277813"/>
            <a:ext cx="7772400" cy="58531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C++ Programming: From Problem Analysis to Program Design, Fourth Edition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F9815C-596A-3940-BAAA-CC287DEE708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50462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7813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828800"/>
            <a:ext cx="3810000" cy="4302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876800" y="1828800"/>
            <a:ext cx="3810000" cy="20748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876800" y="4056063"/>
            <a:ext cx="3810000" cy="20748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C++ Programming: From Problem Analysis to Program Design, Fourth Edition</a:t>
            </a:r>
          </a:p>
        </p:txBody>
      </p:sp>
      <p:sp>
        <p:nvSpPr>
          <p:cNvPr id="8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2FD0B-94B2-0D45-817C-A471C210FC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7206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D83D5C7D-DA96-4C6D-AFC9-813A7AFBF29D}" type="datetime1">
              <a:rPr lang="en-US" smtClean="0"/>
              <a:t>9/30/2020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9DF4E671-2CE7-4BC4-9D6E-ED7B9AC9541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  <p:sldLayoutId id="2147483674" r:id="rId1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3.jpe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emf"/><Relationship Id="rId5" Type="http://schemas.openxmlformats.org/officeDocument/2006/relationships/customXml" Target="../ink/ink8.xml"/><Relationship Id="rId4" Type="http://schemas.openxmlformats.org/officeDocument/2006/relationships/image" Target="../media/image36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emf"/><Relationship Id="rId5" Type="http://schemas.openxmlformats.org/officeDocument/2006/relationships/customXml" Target="../ink/ink9.xml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INHERITANCE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0862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66"/>
              </a:buClr>
              <a:buChar char="•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Arial" charset="0"/>
              <a:buChar char="−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rgbClr val="000066"/>
              </a:buClr>
              <a:buChar char="•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000"/>
              <a:t>C++ Programming: From Problem Analysis to Program Design, Fourth Edition</a:t>
            </a:r>
          </a:p>
        </p:txBody>
      </p:sp>
      <p:sp>
        <p:nvSpPr>
          <p:cNvPr id="204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66"/>
              </a:buClr>
              <a:buChar char="•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Arial" charset="0"/>
              <a:buChar char="−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rgbClr val="000066"/>
              </a:buClr>
              <a:buChar char="•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22AA54C-A3E3-624E-98F6-09706D6F55F4}" type="slidenum">
              <a:rPr lang="en-US" altLang="en-US" sz="1000"/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en-US" altLang="en-US" sz="1000"/>
          </a:p>
        </p:txBody>
      </p:sp>
      <p:sp>
        <p:nvSpPr>
          <p:cNvPr id="2048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Inheritance</a:t>
            </a:r>
          </a:p>
        </p:txBody>
      </p:sp>
      <p:sp>
        <p:nvSpPr>
          <p:cNvPr id="20484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Inheritance is an “is-a” relationship</a:t>
            </a:r>
          </a:p>
          <a:p>
            <a:pPr lvl="1" eaLnBrk="1" hangingPunct="1"/>
            <a:r>
              <a:rPr lang="en-US" altLang="en-US"/>
              <a:t>Example: “every employee is a person”</a:t>
            </a:r>
          </a:p>
          <a:p>
            <a:pPr eaLnBrk="1" hangingPunct="1"/>
            <a:r>
              <a:rPr lang="en-US" altLang="en-US"/>
              <a:t>Inheritance lets us create new classes from existing classes</a:t>
            </a:r>
          </a:p>
          <a:p>
            <a:pPr lvl="1" eaLnBrk="1" hangingPunct="1"/>
            <a:r>
              <a:rPr lang="en-US" altLang="en-US"/>
              <a:t>New classes are called the derived classes</a:t>
            </a:r>
          </a:p>
          <a:p>
            <a:pPr lvl="1" eaLnBrk="1" hangingPunct="1"/>
            <a:r>
              <a:rPr lang="en-US" altLang="en-US"/>
              <a:t>Existing classes are called the base classes</a:t>
            </a:r>
          </a:p>
          <a:p>
            <a:pPr eaLnBrk="1" hangingPunct="1"/>
            <a:r>
              <a:rPr lang="en-US" altLang="en-US"/>
              <a:t>Derived classes inherit the properties of the base classes</a:t>
            </a:r>
          </a:p>
        </p:txBody>
      </p:sp>
    </p:spTree>
    <p:extLst>
      <p:ext uri="{BB962C8B-B14F-4D97-AF65-F5344CB8AC3E}">
        <p14:creationId xmlns:p14="http://schemas.microsoft.com/office/powerpoint/2010/main" val="20503410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Examples</a:t>
            </a:r>
          </a:p>
        </p:txBody>
      </p:sp>
      <p:sp>
        <p:nvSpPr>
          <p:cNvPr id="2150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828800"/>
            <a:ext cx="2751138" cy="4302125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z="2400"/>
              <a:t>Base class</a:t>
            </a:r>
          </a:p>
          <a:p>
            <a:pPr>
              <a:buFontTx/>
              <a:buNone/>
            </a:pPr>
            <a:endParaRPr lang="en-US" altLang="en-US" sz="2400"/>
          </a:p>
          <a:p>
            <a:r>
              <a:rPr lang="en-US" altLang="en-US" sz="2400"/>
              <a:t>Student</a:t>
            </a:r>
          </a:p>
          <a:p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Shape</a:t>
            </a:r>
          </a:p>
          <a:p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Employee</a:t>
            </a:r>
          </a:p>
        </p:txBody>
      </p:sp>
      <p:sp>
        <p:nvSpPr>
          <p:cNvPr id="21507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352925" y="1828800"/>
            <a:ext cx="4333875" cy="4302125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en-US" altLang="en-US" sz="2400"/>
              <a:t>Derived classes</a:t>
            </a:r>
          </a:p>
          <a:p>
            <a:pPr>
              <a:buFontTx/>
              <a:buNone/>
            </a:pPr>
            <a:endParaRPr lang="en-US" altLang="en-US" sz="2400"/>
          </a:p>
          <a:p>
            <a:r>
              <a:rPr lang="en-US" altLang="en-US" sz="2400"/>
              <a:t>Graduate Student</a:t>
            </a:r>
          </a:p>
          <a:p>
            <a:r>
              <a:rPr lang="en-US" altLang="en-US" sz="2400"/>
              <a:t>Undergraduate student</a:t>
            </a:r>
          </a:p>
          <a:p>
            <a:endParaRPr lang="en-US" altLang="en-US" sz="2400"/>
          </a:p>
          <a:p>
            <a:r>
              <a:rPr lang="en-US" altLang="en-US" sz="2400"/>
              <a:t>Circle</a:t>
            </a:r>
          </a:p>
          <a:p>
            <a:r>
              <a:rPr lang="en-US" altLang="en-US" sz="2400"/>
              <a:t>Rectangle</a:t>
            </a:r>
          </a:p>
          <a:p>
            <a:endParaRPr lang="en-US" altLang="en-US" sz="2400"/>
          </a:p>
          <a:p>
            <a:r>
              <a:rPr lang="en-US" altLang="en-US" sz="2400"/>
              <a:t>Faculty Member</a:t>
            </a:r>
          </a:p>
          <a:p>
            <a:r>
              <a:rPr lang="en-US" altLang="en-US" sz="2400"/>
              <a:t>Staff member</a:t>
            </a:r>
          </a:p>
        </p:txBody>
      </p:sp>
    </p:spTree>
    <p:extLst>
      <p:ext uri="{BB962C8B-B14F-4D97-AF65-F5344CB8AC3E}">
        <p14:creationId xmlns:p14="http://schemas.microsoft.com/office/powerpoint/2010/main" val="124976736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66"/>
              </a:buClr>
              <a:buChar char="•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Arial" charset="0"/>
              <a:buChar char="−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rgbClr val="000066"/>
              </a:buClr>
              <a:buChar char="•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000"/>
              <a:t>C++ Programming: From Problem Analysis to Program Design, Fourth Edition</a:t>
            </a:r>
          </a:p>
        </p:txBody>
      </p:sp>
      <p:sp>
        <p:nvSpPr>
          <p:cNvPr id="235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66"/>
              </a:buClr>
              <a:buChar char="•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Arial" charset="0"/>
              <a:buChar char="−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rgbClr val="000066"/>
              </a:buClr>
              <a:buChar char="•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6BF81BB-0250-8C43-B679-BC3409CB1D4F}" type="slidenum">
              <a:rPr lang="en-US" altLang="en-US" sz="1000"/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en-US" altLang="en-US" sz="1000"/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Inheritance (continued)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Inheritance can be viewed as a tree-like, or hierarchical, structure wherein a base class is shown with its derived classes</a:t>
            </a:r>
          </a:p>
        </p:txBody>
      </p:sp>
      <p:pic>
        <p:nvPicPr>
          <p:cNvPr id="2355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1288" y="3449638"/>
            <a:ext cx="7046912" cy="279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8801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Inheritance (continued)</a:t>
            </a:r>
          </a:p>
        </p:txBody>
      </p:sp>
      <p:sp>
        <p:nvSpPr>
          <p:cNvPr id="225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8305800" cy="4953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u="sng"/>
              <a:t>Single inheritance</a:t>
            </a:r>
            <a:r>
              <a:rPr lang="en-US" altLang="en-US"/>
              <a:t>: derived class has a single base class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solidFill>
                  <a:schemeClr val="accent1"/>
                </a:solidFill>
              </a:rPr>
              <a:t>Ex. Circle class from Shape class</a:t>
            </a:r>
          </a:p>
          <a:p>
            <a:pPr>
              <a:lnSpc>
                <a:spcPct val="90000"/>
              </a:lnSpc>
            </a:pPr>
            <a:endParaRPr lang="en-US" altLang="en-US" sz="1900">
              <a:solidFill>
                <a:schemeClr val="accent1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u="sng"/>
              <a:t>Multiple inheritance</a:t>
            </a:r>
            <a:r>
              <a:rPr lang="en-US" altLang="en-US"/>
              <a:t>: derived class has more than one base </a:t>
            </a:r>
            <a:r>
              <a:rPr lang="en-US" altLang="en-US" sz="2600"/>
              <a:t>class</a:t>
            </a:r>
            <a:r>
              <a:rPr lang="en-US" altLang="en-US" sz="1500"/>
              <a:t>…will not be discussed in this chapter.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solidFill>
                  <a:schemeClr val="accent1"/>
                </a:solidFill>
              </a:rPr>
              <a:t>Ex. Son class from Mother class and Father class</a:t>
            </a:r>
          </a:p>
          <a:p>
            <a:pPr>
              <a:lnSpc>
                <a:spcPct val="90000"/>
              </a:lnSpc>
            </a:pPr>
            <a:endParaRPr lang="en-US" altLang="en-US" sz="2600">
              <a:solidFill>
                <a:schemeClr val="accent1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u="sng"/>
              <a:t>Public inheritance</a:t>
            </a:r>
            <a:r>
              <a:rPr lang="en-US" altLang="en-US"/>
              <a:t>: all public members of base class are inherited as public members by derived class</a:t>
            </a:r>
          </a:p>
        </p:txBody>
      </p:sp>
    </p:spTree>
    <p:extLst>
      <p:ext uri="{BB962C8B-B14F-4D97-AF65-F5344CB8AC3E}">
        <p14:creationId xmlns:p14="http://schemas.microsoft.com/office/powerpoint/2010/main" val="98555786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Defining a simple subclass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We can use each class as a base (or a foundation) to define or build another class (</a:t>
            </a:r>
            <a:r>
              <a:rPr lang="en-US" sz="1800" b="1" dirty="0"/>
              <a:t>a subclass</a:t>
            </a:r>
            <a:r>
              <a:rPr lang="en-US" sz="1800" dirty="0"/>
              <a:t>). It’s also possible to use </a:t>
            </a:r>
            <a:r>
              <a:rPr lang="en-US" sz="1800" b="1" dirty="0"/>
              <a:t>more than one class to define a subclass</a:t>
            </a:r>
            <a:r>
              <a:rPr lang="en-US" sz="1800" dirty="0"/>
              <a:t>. You can see both of these cases on the right →</a:t>
            </a:r>
          </a:p>
          <a:p>
            <a:pPr marL="0" indent="0">
              <a:buNone/>
            </a:pPr>
            <a:r>
              <a:rPr lang="en-US" sz="1800" dirty="0"/>
              <a:t>Note that </a:t>
            </a:r>
            <a:r>
              <a:rPr lang="en-US" sz="1800" b="1" dirty="0"/>
              <a:t>the arrows always point to the superclass(</a:t>
            </a:r>
            <a:r>
              <a:rPr lang="en-US" sz="1800" b="1" dirty="0" err="1"/>
              <a:t>es</a:t>
            </a:r>
            <a:r>
              <a:rPr lang="en-US" sz="1800" b="1" dirty="0"/>
              <a:t>)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r>
              <a:rPr lang="en-US" sz="1800" dirty="0"/>
              <a:t> </a:t>
            </a:r>
          </a:p>
          <a:p>
            <a:pPr marL="0" indent="0">
              <a:buNone/>
            </a:pPr>
            <a:r>
              <a:rPr lang="en-US" sz="1800" dirty="0"/>
              <a:t>The left diagram illustrates a “</a:t>
            </a:r>
            <a:r>
              <a:rPr lang="en-US" sz="1800" b="1" dirty="0"/>
              <a:t>single inheritance</a:t>
            </a:r>
            <a:r>
              <a:rPr lang="en-US" sz="1800" dirty="0"/>
              <a:t>”, and the right one a “</a:t>
            </a:r>
            <a:r>
              <a:rPr lang="en-US" sz="1800" b="1" dirty="0"/>
              <a:t>multiple inheritance</a:t>
            </a:r>
            <a:r>
              <a:rPr lang="en-US" sz="1800" dirty="0"/>
              <a:t>” or “</a:t>
            </a:r>
            <a:r>
              <a:rPr lang="en-US" sz="1800" b="1" dirty="0"/>
              <a:t>multi-inheritance</a:t>
            </a:r>
            <a:r>
              <a:rPr lang="en-US" sz="1800" dirty="0"/>
              <a:t>”.</a:t>
            </a:r>
          </a:p>
          <a:p>
            <a:pPr marL="0" indent="0">
              <a:buNone/>
            </a:pPr>
            <a:r>
              <a:rPr lang="en-US" sz="1800" dirty="0"/>
              <a:t>We’ll show you some examples of both types of inheritance.</a:t>
            </a:r>
          </a:p>
          <a:p>
            <a:pPr marL="0" indent="0">
              <a:buNone/>
            </a:pPr>
            <a:r>
              <a:rPr lang="en-US" sz="1800" dirty="0"/>
              <a:t>We can also write about super classes as </a:t>
            </a:r>
            <a:r>
              <a:rPr lang="en-US" sz="1800" b="1" dirty="0"/>
              <a:t>base </a:t>
            </a:r>
            <a:r>
              <a:rPr lang="en-US" sz="1800" dirty="0"/>
              <a:t>classes, and subclasses as </a:t>
            </a:r>
            <a:r>
              <a:rPr lang="en-US" sz="1800" b="1" dirty="0"/>
              <a:t>derived</a:t>
            </a:r>
            <a:r>
              <a:rPr lang="en-US" sz="1800" dirty="0"/>
              <a:t> classes.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63BF0D-9A2D-48F8-A067-7E1800312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refercence: www.netacad.com</a:t>
            </a:r>
          </a:p>
        </p:txBody>
      </p:sp>
    </p:spTree>
    <p:extLst>
      <p:ext uri="{BB962C8B-B14F-4D97-AF65-F5344CB8AC3E}">
        <p14:creationId xmlns:p14="http://schemas.microsoft.com/office/powerpoint/2010/main" val="412703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refercence: www.netacad.com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100" y="1968500"/>
            <a:ext cx="5511800" cy="290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339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Defining a simple subclass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3749041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The class on the right → will serve as </a:t>
            </a:r>
            <a:r>
              <a:rPr lang="en-US" sz="2400" b="1" dirty="0"/>
              <a:t>a superclass</a:t>
            </a:r>
            <a:r>
              <a:rPr lang="en-US" sz="2400" dirty="0"/>
              <a:t>. </a:t>
            </a:r>
            <a:r>
              <a:rPr lang="en-US" sz="2400" dirty="0" err="1"/>
              <a:t>Analyse</a:t>
            </a:r>
            <a:r>
              <a:rPr lang="en-US" sz="2400" dirty="0"/>
              <a:t> its structure – it’s not difficult, we promise.</a:t>
            </a:r>
          </a:p>
          <a:p>
            <a:pPr marL="0" indent="0">
              <a:buNone/>
            </a:pPr>
            <a:r>
              <a:rPr lang="en-US" sz="2400" dirty="0"/>
              <a:t>The program emits the following text:</a:t>
            </a:r>
          </a:p>
          <a:p>
            <a:pPr marL="0" indent="0">
              <a:buNone/>
            </a:pPr>
            <a:r>
              <a:rPr lang="en-US" sz="2400" dirty="0"/>
              <a:t> </a:t>
            </a:r>
          </a:p>
          <a:p>
            <a:pPr marL="0" indent="0">
              <a:buNone/>
            </a:pPr>
            <a:r>
              <a:rPr lang="en-US" sz="2400" dirty="0"/>
              <a:t>101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63BF0D-9A2D-48F8-A067-7E1800312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refercence: www.netacad.com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568" y="1981200"/>
            <a:ext cx="3763192" cy="3887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012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66"/>
              </a:buClr>
              <a:buChar char="•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Arial" charset="0"/>
              <a:buChar char="−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rgbClr val="000066"/>
              </a:buClr>
              <a:buChar char="•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000"/>
              <a:t>C++ Programming: From Problem Analysis to Program Design, Fourth Edition</a:t>
            </a:r>
          </a:p>
        </p:txBody>
      </p:sp>
      <p:sp>
        <p:nvSpPr>
          <p:cNvPr id="245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66"/>
              </a:buClr>
              <a:buChar char="•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Arial" charset="0"/>
              <a:buChar char="−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rgbClr val="000066"/>
              </a:buClr>
              <a:buChar char="•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5EA8520-3EA1-3945-B783-07A6602DD572}" type="slidenum">
              <a:rPr lang="en-US" altLang="en-US" sz="1000"/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en-US" sz="1000"/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Inheritance (continued)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7772400" cy="4876800"/>
          </a:xfrm>
        </p:spPr>
        <p:txBody>
          <a:bodyPr/>
          <a:lstStyle/>
          <a:p>
            <a:pPr eaLnBrk="1" hangingPunct="1"/>
            <a:r>
              <a:rPr lang="en-US" altLang="en-US" dirty="0"/>
              <a:t>General syntax of a derived class:</a:t>
            </a:r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lvl="1" eaLnBrk="1" hangingPunct="1"/>
            <a:r>
              <a:rPr lang="en-US" altLang="en-US" sz="2400" dirty="0"/>
              <a:t>Where </a:t>
            </a:r>
            <a:r>
              <a:rPr lang="en-US" altLang="en-US" sz="2400" dirty="0" err="1">
                <a:latin typeface="Courier New" charset="0"/>
              </a:rPr>
              <a:t>memberAccessSpecifier</a:t>
            </a:r>
            <a:r>
              <a:rPr lang="en-US" altLang="en-US" sz="2400" dirty="0"/>
              <a:t> is </a:t>
            </a:r>
            <a:r>
              <a:rPr lang="en-US" altLang="en-US" sz="2400" dirty="0">
                <a:solidFill>
                  <a:srgbClr val="3333FF"/>
                </a:solidFill>
                <a:latin typeface="Courier New" charset="0"/>
              </a:rPr>
              <a:t>public</a:t>
            </a:r>
            <a:r>
              <a:rPr lang="en-US" altLang="en-US" sz="2400" dirty="0"/>
              <a:t>, </a:t>
            </a:r>
            <a:r>
              <a:rPr lang="en-US" altLang="en-US" sz="2400" dirty="0">
                <a:solidFill>
                  <a:srgbClr val="3333FF"/>
                </a:solidFill>
                <a:latin typeface="Courier New" charset="0"/>
              </a:rPr>
              <a:t>protected</a:t>
            </a:r>
            <a:r>
              <a:rPr lang="en-US" altLang="en-US" sz="2400" dirty="0"/>
              <a:t>, or </a:t>
            </a:r>
            <a:r>
              <a:rPr lang="en-US" altLang="en-US" sz="2400" dirty="0">
                <a:solidFill>
                  <a:srgbClr val="3333FF"/>
                </a:solidFill>
                <a:latin typeface="Courier New" charset="0"/>
              </a:rPr>
              <a:t>private</a:t>
            </a:r>
            <a:r>
              <a:rPr lang="en-US" altLang="en-US" sz="2400" dirty="0"/>
              <a:t> (default) </a:t>
            </a:r>
          </a:p>
          <a:p>
            <a:pPr eaLnBrk="1" hangingPunct="1"/>
            <a:r>
              <a:rPr lang="en-US" altLang="en-US" dirty="0"/>
              <a:t>The </a:t>
            </a:r>
            <a:r>
              <a:rPr lang="en-US" altLang="en-US" dirty="0">
                <a:solidFill>
                  <a:srgbClr val="3333FF"/>
                </a:solidFill>
                <a:latin typeface="Courier New" charset="0"/>
              </a:rPr>
              <a:t>private</a:t>
            </a:r>
            <a:r>
              <a:rPr lang="en-US" altLang="en-US" dirty="0"/>
              <a:t> members of a base class are private to the derived class</a:t>
            </a:r>
          </a:p>
          <a:p>
            <a:pPr lvl="1" eaLnBrk="1" hangingPunct="1"/>
            <a:r>
              <a:rPr lang="en-US" altLang="en-US" dirty="0"/>
              <a:t>Derived class cannot directly access them</a:t>
            </a:r>
          </a:p>
          <a:p>
            <a:pPr lvl="1" eaLnBrk="1" hangingPunct="1"/>
            <a:r>
              <a:rPr lang="en-US" altLang="en-US" dirty="0"/>
              <a:t>Ex.    </a:t>
            </a:r>
            <a:r>
              <a:rPr lang="en-US" altLang="en-US" sz="2400" dirty="0">
                <a:solidFill>
                  <a:srgbClr val="3333FF"/>
                </a:solidFill>
                <a:latin typeface="Courier New" charset="0"/>
              </a:rPr>
              <a:t> Class</a:t>
            </a:r>
            <a:r>
              <a:rPr lang="en-US" altLang="en-US" dirty="0"/>
              <a:t> </a:t>
            </a:r>
            <a:r>
              <a:rPr lang="en-US" altLang="en-US" dirty="0" err="1"/>
              <a:t>SonClass</a:t>
            </a:r>
            <a:r>
              <a:rPr lang="en-US" altLang="en-US" dirty="0"/>
              <a:t>: </a:t>
            </a:r>
            <a:r>
              <a:rPr lang="en-US" altLang="en-US" sz="2400" dirty="0">
                <a:solidFill>
                  <a:srgbClr val="3333FF"/>
                </a:solidFill>
                <a:latin typeface="Courier New" charset="0"/>
              </a:rPr>
              <a:t>public</a:t>
            </a:r>
            <a:r>
              <a:rPr lang="en-US" altLang="en-US" dirty="0"/>
              <a:t> </a:t>
            </a:r>
            <a:r>
              <a:rPr lang="en-US" altLang="en-US" dirty="0" err="1"/>
              <a:t>FatherClass</a:t>
            </a:r>
            <a:endParaRPr lang="en-US" altLang="en-US" dirty="0"/>
          </a:p>
          <a:p>
            <a:pPr lvl="1" eaLnBrk="1" hangingPunct="1">
              <a:buFont typeface="Arial" charset="0"/>
              <a:buNone/>
            </a:pPr>
            <a:r>
              <a:rPr lang="en-US" altLang="en-US" dirty="0"/>
              <a:t>			{                                                  };</a:t>
            </a:r>
          </a:p>
        </p:txBody>
      </p:sp>
      <p:pic>
        <p:nvPicPr>
          <p:cNvPr id="24581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905000"/>
            <a:ext cx="5614392" cy="8694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8595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a simple subclass (3)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/>
              <a:t>If we want to </a:t>
            </a:r>
            <a:r>
              <a:rPr lang="en-US" sz="1600" b="1" dirty="0"/>
              <a:t>define a class named Y as a subclass of a superclass named X</a:t>
            </a:r>
            <a:r>
              <a:rPr lang="en-US" sz="1600" dirty="0"/>
              <a:t>, we use the following syntax →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The difference from the notation we used before is in the fact that we have to:</a:t>
            </a:r>
          </a:p>
          <a:p>
            <a:pPr marL="0" indent="0">
              <a:buNone/>
            </a:pPr>
            <a:r>
              <a:rPr lang="en-US" sz="1600" dirty="0"/>
              <a:t>place </a:t>
            </a:r>
            <a:r>
              <a:rPr lang="en-US" sz="1600" b="1" dirty="0"/>
              <a:t>a colon</a:t>
            </a:r>
            <a:r>
              <a:rPr lang="en-US" sz="1600" dirty="0"/>
              <a:t> after the subclass class name</a:t>
            </a:r>
          </a:p>
          <a:p>
            <a:pPr marL="0" indent="0">
              <a:buNone/>
            </a:pPr>
            <a:r>
              <a:rPr lang="en-US" sz="1600" dirty="0"/>
              <a:t>optionally place a so-called </a:t>
            </a:r>
            <a:r>
              <a:rPr lang="en-US" sz="1600" b="1" dirty="0"/>
              <a:t>visibility </a:t>
            </a:r>
            <a:r>
              <a:rPr lang="en-US" sz="1600" b="1" dirty="0" err="1"/>
              <a:t>specifier</a:t>
            </a:r>
            <a:r>
              <a:rPr lang="en-US" sz="1600" dirty="0"/>
              <a:t> (we’ll return to this soon)</a:t>
            </a:r>
          </a:p>
          <a:p>
            <a:pPr marL="0" indent="0">
              <a:buNone/>
            </a:pPr>
            <a:r>
              <a:rPr lang="en-US" sz="1600" dirty="0"/>
              <a:t>add </a:t>
            </a:r>
            <a:r>
              <a:rPr lang="en-US" sz="1600" b="1" dirty="0"/>
              <a:t>a superclass name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If there’s more than one superclass, we have to enlist them all using commas as separators, like this:</a:t>
            </a:r>
          </a:p>
          <a:p>
            <a:pPr marL="0" indent="0">
              <a:buNone/>
            </a:pPr>
            <a:r>
              <a:rPr lang="en-US" sz="1600" b="1" dirty="0"/>
              <a:t>class</a:t>
            </a:r>
            <a:r>
              <a:rPr lang="en-US" sz="1600" dirty="0"/>
              <a:t> A : X, Y, Z { … };</a:t>
            </a:r>
          </a:p>
          <a:p>
            <a:pPr marL="0" indent="0">
              <a:buNone/>
            </a:pPr>
            <a:r>
              <a:rPr lang="en-US" sz="1600" dirty="0"/>
              <a:t>Let’s start with the simplest possible case.</a:t>
            </a:r>
          </a:p>
          <a:p>
            <a:pPr marL="0" indent="0">
              <a:buNone/>
            </a:pPr>
            <a:r>
              <a:rPr lang="en-US" sz="1600" dirty="0"/>
              <a:t> 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refercence: www.netacad.com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3724" y="1916832"/>
            <a:ext cx="3296552" cy="448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2362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a simple subclass (4)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24000"/>
            <a:ext cx="3749041" cy="485732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Take a look here → We’ve defined a class named </a:t>
            </a:r>
            <a:r>
              <a:rPr lang="en-US" sz="2000" i="1" dirty="0"/>
              <a:t>Sub</a:t>
            </a:r>
            <a:r>
              <a:rPr lang="en-US" sz="2000" dirty="0"/>
              <a:t>, which is a subclass of a class named </a:t>
            </a:r>
            <a:r>
              <a:rPr lang="en-US" sz="2000" i="1" dirty="0"/>
              <a:t>Super</a:t>
            </a:r>
            <a:r>
              <a:rPr lang="en-US" sz="2000" dirty="0"/>
              <a:t>. We may also say that the </a:t>
            </a:r>
            <a:r>
              <a:rPr lang="en-US" sz="2000" i="1" dirty="0"/>
              <a:t>Sub</a:t>
            </a:r>
            <a:r>
              <a:rPr lang="en-US" sz="2000" dirty="0"/>
              <a:t> class is derived from the </a:t>
            </a:r>
            <a:r>
              <a:rPr lang="en-US" sz="2000" i="1" dirty="0"/>
              <a:t>Super</a:t>
            </a:r>
            <a:r>
              <a:rPr lang="en-US" sz="2000" dirty="0"/>
              <a:t> class. </a:t>
            </a:r>
          </a:p>
          <a:p>
            <a:pPr marL="0" indent="0">
              <a:buNone/>
            </a:pPr>
            <a:r>
              <a:rPr lang="en-US" sz="2000" dirty="0"/>
              <a:t>The </a:t>
            </a:r>
            <a:r>
              <a:rPr lang="en-US" sz="2000" i="1" dirty="0"/>
              <a:t>Sub</a:t>
            </a:r>
            <a:r>
              <a:rPr lang="en-US" sz="2000" dirty="0"/>
              <a:t> class introduces neither new variables nor new functions. Does this mean that any object of the </a:t>
            </a:r>
            <a:r>
              <a:rPr lang="en-US" sz="2000" i="1" dirty="0"/>
              <a:t>Sub</a:t>
            </a:r>
            <a:r>
              <a:rPr lang="en-US" sz="2000" dirty="0"/>
              <a:t>class inherits all the traits of the </a:t>
            </a:r>
            <a:r>
              <a:rPr lang="en-US" sz="2000" i="1" dirty="0"/>
              <a:t>Super</a:t>
            </a:r>
            <a:r>
              <a:rPr lang="en-US" sz="2000" dirty="0"/>
              <a:t> class, being in fact a copy of the </a:t>
            </a:r>
            <a:r>
              <a:rPr lang="en-US" sz="2000" i="1" dirty="0"/>
              <a:t>Super</a:t>
            </a:r>
            <a:r>
              <a:rPr lang="en-US" sz="2000" dirty="0"/>
              <a:t> class’s objects?</a:t>
            </a:r>
          </a:p>
          <a:p>
            <a:pPr marL="0" indent="0">
              <a:buNone/>
            </a:pPr>
            <a:r>
              <a:rPr lang="en-US" sz="2000" dirty="0"/>
              <a:t>No. It doesn’t.</a:t>
            </a:r>
          </a:p>
          <a:p>
            <a:pPr marL="0" indent="0">
              <a:buNone/>
            </a:pPr>
            <a:r>
              <a:rPr lang="en-US" sz="2000" dirty="0"/>
              <a:t> 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refercence: www.netacad.com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821041"/>
            <a:ext cx="3954780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5282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Defining a simple subclass (4) cont’d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769534"/>
            <a:ext cx="7543801" cy="4250266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/>
              <a:t>If we compile the following code, we’ll get nothing but compilation errors saying that the </a:t>
            </a:r>
            <a:r>
              <a:rPr lang="en-US" sz="1800" i="1" dirty="0"/>
              <a:t>put</a:t>
            </a:r>
            <a:r>
              <a:rPr lang="en-US" sz="1800" dirty="0"/>
              <a:t> and </a:t>
            </a:r>
            <a:r>
              <a:rPr lang="en-US" sz="1800" i="1" dirty="0"/>
              <a:t>get</a:t>
            </a:r>
            <a:r>
              <a:rPr lang="en-US" sz="1800" dirty="0"/>
              <a:t> methods are inaccessible. Why?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/>
              <a:t>When we </a:t>
            </a:r>
            <a:r>
              <a:rPr lang="en-US" sz="1800" b="1" dirty="0"/>
              <a:t>omit the visibility </a:t>
            </a:r>
            <a:r>
              <a:rPr lang="en-US" sz="1800" b="1" dirty="0" err="1"/>
              <a:t>specifier</a:t>
            </a:r>
            <a:r>
              <a:rPr lang="en-US" sz="1800" dirty="0"/>
              <a:t>, the compiler assumes that we’re going to apply a “</a:t>
            </a:r>
            <a:r>
              <a:rPr lang="en-US" sz="1800" b="1" dirty="0"/>
              <a:t>private inheritance</a:t>
            </a:r>
            <a:r>
              <a:rPr lang="en-US" sz="1800" dirty="0"/>
              <a:t>”. This means that </a:t>
            </a:r>
            <a:r>
              <a:rPr lang="en-US" sz="1800" b="1" dirty="0"/>
              <a:t>all public superclass components turn into private access, and private superclass components won't be accessible</a:t>
            </a:r>
            <a:r>
              <a:rPr lang="en-US" sz="1800" dirty="0"/>
              <a:t> at all. It consequently means that you’re not allowed to use the latter inside the subclass. 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/>
              <a:t>This is exactly what we want now.</a:t>
            </a:r>
          </a:p>
          <a:p>
            <a:endParaRPr lang="en-US" sz="1800" dirty="0"/>
          </a:p>
          <a:p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refercence: www.netacad.com</a:t>
            </a:r>
          </a:p>
        </p:txBody>
      </p:sp>
    </p:spTree>
    <p:extLst>
      <p:ext uri="{BB962C8B-B14F-4D97-AF65-F5344CB8AC3E}">
        <p14:creationId xmlns:p14="http://schemas.microsoft.com/office/powerpoint/2010/main" val="6852222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Defining a simple subclass (4) cont’d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/>
              <a:t>We have to tell the compiler that </a:t>
            </a:r>
            <a:r>
              <a:rPr lang="en-US" b="1" dirty="0"/>
              <a:t>we want to preserve the previously used access policy</a:t>
            </a:r>
            <a:r>
              <a:rPr lang="en-US" dirty="0"/>
              <a:t>. We do this by using a “public” visibility specifier: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dirty="0"/>
              <a:t>class</a:t>
            </a:r>
            <a:r>
              <a:rPr lang="en-US" dirty="0"/>
              <a:t> Sub : </a:t>
            </a:r>
            <a:r>
              <a:rPr lang="en-US" b="1" dirty="0"/>
              <a:t>public</a:t>
            </a:r>
            <a:r>
              <a:rPr lang="en-US" dirty="0"/>
              <a:t> Super {   };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Don’t be misled: this doesn’t mean that the private components of the </a:t>
            </a:r>
            <a:r>
              <a:rPr lang="en-US" i="1" dirty="0"/>
              <a:t>Super</a:t>
            </a:r>
            <a:r>
              <a:rPr lang="en-US" dirty="0"/>
              <a:t>class (like the </a:t>
            </a:r>
            <a:r>
              <a:rPr lang="en-US" i="1" dirty="0" err="1"/>
              <a:t>storage</a:t>
            </a:r>
            <a:r>
              <a:rPr lang="en-US" dirty="0" err="1"/>
              <a:t>variable</a:t>
            </a:r>
            <a:r>
              <a:rPr lang="en-US" dirty="0"/>
              <a:t>) will magically turn into public ones. Private components will remain private, public components will remain public.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refercence: www.netacad.com</a:t>
            </a:r>
          </a:p>
        </p:txBody>
      </p:sp>
    </p:spTree>
    <p:extLst>
      <p:ext uri="{BB962C8B-B14F-4D97-AF65-F5344CB8AC3E}">
        <p14:creationId xmlns:p14="http://schemas.microsoft.com/office/powerpoint/2010/main" val="17222842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a simple subclass (5)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3749041" cy="402336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Objects of the </a:t>
            </a:r>
            <a:r>
              <a:rPr lang="en-US" i="1" dirty="0"/>
              <a:t>Sub</a:t>
            </a:r>
            <a:r>
              <a:rPr lang="en-US" dirty="0"/>
              <a:t> class may do almost the same things as their older siblings created from the </a:t>
            </a:r>
            <a:r>
              <a:rPr lang="en-US" i="1" dirty="0"/>
              <a:t>Super</a:t>
            </a:r>
            <a:r>
              <a:rPr lang="en-US" dirty="0"/>
              <a:t>class. We use the word ‘almost’ because being a subclass also means that </a:t>
            </a:r>
            <a:r>
              <a:rPr lang="en-US" b="1" dirty="0"/>
              <a:t>the class has lost access to the private components of the superclass</a:t>
            </a:r>
            <a:r>
              <a:rPr lang="en-US" dirty="0"/>
              <a:t>. We cannot write a member function of the </a:t>
            </a:r>
            <a:r>
              <a:rPr lang="en-US" i="1" dirty="0"/>
              <a:t>Sub</a:t>
            </a:r>
            <a:r>
              <a:rPr lang="en-US" dirty="0"/>
              <a:t> class which would be able to directly manipulate the </a:t>
            </a:r>
            <a:r>
              <a:rPr lang="en-US" i="1" dirty="0"/>
              <a:t>storage</a:t>
            </a:r>
            <a:r>
              <a:rPr lang="en-US" dirty="0"/>
              <a:t> variable.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refercence: www.netacad.com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6342" y="1845734"/>
            <a:ext cx="2590801" cy="422143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9FB3FAE-B496-433F-A593-9B93A3A78C3B}"/>
                  </a:ext>
                </a:extLst>
              </p14:cNvPr>
              <p14:cNvContentPartPr/>
              <p14:nvPr/>
            </p14:nvContentPartPr>
            <p14:xfrm>
              <a:off x="6034320" y="3706920"/>
              <a:ext cx="1512360" cy="7988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9FB3FAE-B496-433F-A593-9B93A3A78C3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24960" y="3697560"/>
                <a:ext cx="1531080" cy="817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988244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Defining a simple subclass (5) cont’d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This is a very serious restriction. Is there any workaround?</a:t>
            </a:r>
          </a:p>
          <a:p>
            <a:pPr marL="0" indent="0">
              <a:buNone/>
            </a:pPr>
            <a:r>
              <a:rPr lang="en-US" dirty="0"/>
              <a:t>Yes.</a:t>
            </a:r>
          </a:p>
          <a:p>
            <a:pPr marL="0" indent="0">
              <a:buNone/>
            </a:pPr>
            <a:r>
              <a:rPr lang="en-US" dirty="0"/>
              <a:t>There’s the third access level we haven’t mentioned yet. It’s called “</a:t>
            </a:r>
            <a:r>
              <a:rPr lang="en-US" b="1" dirty="0"/>
              <a:t>protected</a:t>
            </a:r>
            <a:r>
              <a:rPr lang="en-US" dirty="0"/>
              <a:t>”.</a:t>
            </a:r>
          </a:p>
          <a:p>
            <a:pPr marL="0" indent="0">
              <a:buNone/>
            </a:pPr>
            <a:r>
              <a:rPr lang="en-US" dirty="0"/>
              <a:t>The keyword </a:t>
            </a:r>
            <a:r>
              <a:rPr lang="en-US" i="1" dirty="0"/>
              <a:t>protected</a:t>
            </a:r>
            <a:r>
              <a:rPr lang="en-US" dirty="0"/>
              <a:t> means that any component marked with it </a:t>
            </a:r>
            <a:r>
              <a:rPr lang="en-US" b="1" dirty="0"/>
              <a:t>behaves like a public component when used by any of the subclasses and looks like a private component to the rest of the world</a:t>
            </a:r>
            <a:r>
              <a:rPr lang="en-US" dirty="0"/>
              <a:t>. </a:t>
            </a:r>
          </a:p>
          <a:p>
            <a:pPr marL="0" indent="0">
              <a:buNone/>
            </a:pPr>
            <a:r>
              <a:rPr lang="en-US" dirty="0"/>
              <a:t>We should add that this is true only for publicly inherited classes (like the </a:t>
            </a:r>
            <a:r>
              <a:rPr lang="en-US" i="1" dirty="0"/>
              <a:t>Super</a:t>
            </a:r>
            <a:r>
              <a:rPr lang="en-US" dirty="0"/>
              <a:t> class in our example previous example)</a:t>
            </a:r>
          </a:p>
          <a:p>
            <a:pPr marL="0" indent="0">
              <a:buNone/>
            </a:pPr>
            <a:r>
              <a:rPr lang="en-US" dirty="0"/>
              <a:t>Let’s make use of the keyword right now.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refercence: www.netacad.com</a:t>
            </a:r>
          </a:p>
        </p:txBody>
      </p:sp>
    </p:spTree>
    <p:extLst>
      <p:ext uri="{BB962C8B-B14F-4D97-AF65-F5344CB8AC3E}">
        <p14:creationId xmlns:p14="http://schemas.microsoft.com/office/powerpoint/2010/main" val="21135879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a simple subclass (6)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3901441" cy="4326466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/>
              <a:t>As you can see in the example code → we’ve added some new functionality to the </a:t>
            </a:r>
            <a:r>
              <a:rPr lang="en-US" sz="1400" i="1" dirty="0"/>
              <a:t>Sub</a:t>
            </a:r>
            <a:r>
              <a:rPr lang="en-US" sz="1400" dirty="0"/>
              <a:t> class.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/>
              <a:t>We’ve added the </a:t>
            </a:r>
            <a:r>
              <a:rPr lang="en-US" sz="1400" i="1" dirty="0"/>
              <a:t>print</a:t>
            </a:r>
            <a:r>
              <a:rPr lang="en-US" sz="1400" dirty="0"/>
              <a:t> function. It isn’t especially sophisticated, but it does one important thing: it accesses the </a:t>
            </a:r>
            <a:r>
              <a:rPr lang="en-US" sz="1400" i="1" dirty="0"/>
              <a:t>storage</a:t>
            </a:r>
            <a:r>
              <a:rPr lang="en-US" sz="1400" dirty="0"/>
              <a:t> variable from the Superclass. This wouldn’t be possible if the variable was declared as </a:t>
            </a:r>
            <a:r>
              <a:rPr lang="en-US" sz="1400" b="1" dirty="0"/>
              <a:t>private</a:t>
            </a:r>
            <a:r>
              <a:rPr lang="en-US" sz="1400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/>
              <a:t> In the </a:t>
            </a:r>
            <a:r>
              <a:rPr lang="en-US" sz="1400" i="1" dirty="0"/>
              <a:t>main</a:t>
            </a:r>
            <a:r>
              <a:rPr lang="en-US" sz="1400" dirty="0"/>
              <a:t> function scope, the variable remains hidden anyway. You mustn’t write anything like this:   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/>
              <a:t> </a:t>
            </a:r>
            <a:r>
              <a:rPr lang="en-US" sz="1400" dirty="0" err="1">
                <a:solidFill>
                  <a:srgbClr val="FF0000"/>
                </a:solidFill>
              </a:rPr>
              <a:t>object.storage</a:t>
            </a:r>
            <a:r>
              <a:rPr lang="en-US" sz="1400" dirty="0">
                <a:solidFill>
                  <a:srgbClr val="FF0000"/>
                </a:solidFill>
              </a:rPr>
              <a:t> = 0;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/>
              <a:t>The compiler will be very stubborn about this.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/>
              <a:t>We almost forgot to mention that our new program will produce the following output: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/>
              <a:t>storage = 101</a:t>
            </a: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refercence: www.netacad.com</a:t>
            </a:r>
          </a:p>
        </p:txBody>
      </p:sp>
      <p:pic>
        <p:nvPicPr>
          <p:cNvPr id="5" name="Picture 4" descr="Screen Shot 2018-09-14 at 8.27.41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400" y="1828800"/>
            <a:ext cx="3581285" cy="416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4605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7" name="Rectangle 7"/>
          <p:cNvSpPr>
            <a:spLocks noChangeArrowheads="1"/>
          </p:cNvSpPr>
          <p:nvPr/>
        </p:nvSpPr>
        <p:spPr bwMode="auto">
          <a:xfrm>
            <a:off x="5867400" y="304800"/>
            <a:ext cx="2133600" cy="1981200"/>
          </a:xfrm>
          <a:prstGeom prst="rect">
            <a:avLst/>
          </a:prstGeom>
          <a:solidFill>
            <a:srgbClr val="FFCC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97288" name="Rectangle 8"/>
          <p:cNvSpPr>
            <a:spLocks noChangeArrowheads="1"/>
          </p:cNvSpPr>
          <p:nvPr/>
        </p:nvSpPr>
        <p:spPr bwMode="auto">
          <a:xfrm>
            <a:off x="6096000" y="381000"/>
            <a:ext cx="990600" cy="304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97289" name="Rectangle 9"/>
          <p:cNvSpPr>
            <a:spLocks noChangeArrowheads="1"/>
          </p:cNvSpPr>
          <p:nvPr/>
        </p:nvSpPr>
        <p:spPr bwMode="auto">
          <a:xfrm>
            <a:off x="6096000" y="838200"/>
            <a:ext cx="990600" cy="304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97290" name="Rectangle 10"/>
          <p:cNvSpPr>
            <a:spLocks noChangeArrowheads="1"/>
          </p:cNvSpPr>
          <p:nvPr/>
        </p:nvSpPr>
        <p:spPr bwMode="auto">
          <a:xfrm>
            <a:off x="6096000" y="1295400"/>
            <a:ext cx="990600" cy="304800"/>
          </a:xfrm>
          <a:prstGeom prst="rect">
            <a:avLst/>
          </a:prstGeom>
          <a:solidFill>
            <a:srgbClr val="33CC3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97291" name="Oval 11"/>
          <p:cNvSpPr>
            <a:spLocks noChangeArrowheads="1"/>
          </p:cNvSpPr>
          <p:nvPr/>
        </p:nvSpPr>
        <p:spPr bwMode="auto">
          <a:xfrm>
            <a:off x="5943600" y="1676400"/>
            <a:ext cx="1905000" cy="533400"/>
          </a:xfrm>
          <a:prstGeom prst="ellipse">
            <a:avLst/>
          </a:prstGeom>
          <a:solidFill>
            <a:srgbClr val="33CC3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97292" name="Text Box 12"/>
          <p:cNvSpPr txBox="1">
            <a:spLocks noChangeArrowheads="1"/>
          </p:cNvSpPr>
          <p:nvPr/>
        </p:nvSpPr>
        <p:spPr bwMode="auto">
          <a:xfrm>
            <a:off x="8016875" y="414528"/>
            <a:ext cx="762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/>
              <a:t>objA</a:t>
            </a:r>
            <a:endParaRPr lang="en-US" altLang="en-US" dirty="0"/>
          </a:p>
        </p:txBody>
      </p:sp>
      <p:sp>
        <p:nvSpPr>
          <p:cNvPr id="97293" name="Text Box 13"/>
          <p:cNvSpPr txBox="1">
            <a:spLocks noChangeArrowheads="1"/>
          </p:cNvSpPr>
          <p:nvPr/>
        </p:nvSpPr>
        <p:spPr bwMode="auto">
          <a:xfrm>
            <a:off x="7239000" y="381000"/>
            <a:ext cx="304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 sz="1400" b="1"/>
              <a:t>x</a:t>
            </a:r>
          </a:p>
        </p:txBody>
      </p:sp>
      <p:sp>
        <p:nvSpPr>
          <p:cNvPr id="97294" name="Text Box 14"/>
          <p:cNvSpPr txBox="1">
            <a:spLocks noChangeArrowheads="1"/>
          </p:cNvSpPr>
          <p:nvPr/>
        </p:nvSpPr>
        <p:spPr bwMode="auto">
          <a:xfrm>
            <a:off x="7239000" y="838200"/>
            <a:ext cx="304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 sz="1400" b="1"/>
              <a:t>y</a:t>
            </a:r>
          </a:p>
        </p:txBody>
      </p:sp>
      <p:sp>
        <p:nvSpPr>
          <p:cNvPr id="97295" name="Text Box 15"/>
          <p:cNvSpPr txBox="1">
            <a:spLocks noChangeArrowheads="1"/>
          </p:cNvSpPr>
          <p:nvPr/>
        </p:nvSpPr>
        <p:spPr bwMode="auto">
          <a:xfrm>
            <a:off x="7239000" y="1295400"/>
            <a:ext cx="304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 sz="1400" b="1"/>
              <a:t>z</a:t>
            </a:r>
          </a:p>
        </p:txBody>
      </p:sp>
      <p:sp>
        <p:nvSpPr>
          <p:cNvPr id="97296" name="Text Box 16"/>
          <p:cNvSpPr txBox="1">
            <a:spLocks noChangeArrowheads="1"/>
          </p:cNvSpPr>
          <p:nvPr/>
        </p:nvSpPr>
        <p:spPr bwMode="auto">
          <a:xfrm>
            <a:off x="6553200" y="1600200"/>
            <a:ext cx="762000" cy="62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en-US" sz="1400" b="1"/>
              <a:t>printA</a:t>
            </a:r>
          </a:p>
          <a:p>
            <a:pPr algn="ctr" eaLnBrk="1" hangingPunct="1">
              <a:spcBef>
                <a:spcPct val="50000"/>
              </a:spcBef>
              <a:defRPr/>
            </a:pPr>
            <a:r>
              <a:rPr lang="en-US" altLang="en-US" sz="1400" b="1"/>
              <a:t>setA</a:t>
            </a:r>
          </a:p>
        </p:txBody>
      </p:sp>
      <p:sp>
        <p:nvSpPr>
          <p:cNvPr id="97297" name="Rectangle 17"/>
          <p:cNvSpPr>
            <a:spLocks noChangeArrowheads="1"/>
          </p:cNvSpPr>
          <p:nvPr/>
        </p:nvSpPr>
        <p:spPr bwMode="auto">
          <a:xfrm>
            <a:off x="5943600" y="2895600"/>
            <a:ext cx="2209800" cy="3810000"/>
          </a:xfrm>
          <a:prstGeom prst="rect">
            <a:avLst/>
          </a:prstGeom>
          <a:solidFill>
            <a:srgbClr val="FFCC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97298" name="Rectangle 18"/>
          <p:cNvSpPr>
            <a:spLocks noChangeArrowheads="1"/>
          </p:cNvSpPr>
          <p:nvPr/>
        </p:nvSpPr>
        <p:spPr bwMode="auto">
          <a:xfrm>
            <a:off x="6172200" y="2971800"/>
            <a:ext cx="990600" cy="304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97300" name="Rectangle 20"/>
          <p:cNvSpPr>
            <a:spLocks noChangeArrowheads="1"/>
          </p:cNvSpPr>
          <p:nvPr/>
        </p:nvSpPr>
        <p:spPr bwMode="auto">
          <a:xfrm>
            <a:off x="6172200" y="3429000"/>
            <a:ext cx="990600" cy="304800"/>
          </a:xfrm>
          <a:prstGeom prst="rect">
            <a:avLst/>
          </a:prstGeom>
          <a:solidFill>
            <a:srgbClr val="33CC3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97301" name="Oval 21"/>
          <p:cNvSpPr>
            <a:spLocks noChangeArrowheads="1"/>
          </p:cNvSpPr>
          <p:nvPr/>
        </p:nvSpPr>
        <p:spPr bwMode="auto">
          <a:xfrm>
            <a:off x="5943600" y="3948113"/>
            <a:ext cx="1905000" cy="623887"/>
          </a:xfrm>
          <a:prstGeom prst="ellipse">
            <a:avLst/>
          </a:prstGeom>
          <a:solidFill>
            <a:srgbClr val="33CC3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97302" name="Text Box 22"/>
          <p:cNvSpPr txBox="1">
            <a:spLocks noChangeArrowheads="1"/>
          </p:cNvSpPr>
          <p:nvPr/>
        </p:nvSpPr>
        <p:spPr bwMode="auto">
          <a:xfrm>
            <a:off x="8153400" y="2819400"/>
            <a:ext cx="762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/>
              <a:t>objB</a:t>
            </a:r>
          </a:p>
        </p:txBody>
      </p:sp>
      <p:sp>
        <p:nvSpPr>
          <p:cNvPr id="97303" name="Text Box 23"/>
          <p:cNvSpPr txBox="1">
            <a:spLocks noChangeArrowheads="1"/>
          </p:cNvSpPr>
          <p:nvPr/>
        </p:nvSpPr>
        <p:spPr bwMode="auto">
          <a:xfrm>
            <a:off x="7315200" y="2971800"/>
            <a:ext cx="609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 sz="1400" b="1"/>
              <a:t>var1</a:t>
            </a:r>
          </a:p>
        </p:txBody>
      </p:sp>
      <p:sp>
        <p:nvSpPr>
          <p:cNvPr id="97306" name="Text Box 26"/>
          <p:cNvSpPr txBox="1">
            <a:spLocks noChangeArrowheads="1"/>
          </p:cNvSpPr>
          <p:nvPr/>
        </p:nvSpPr>
        <p:spPr bwMode="auto">
          <a:xfrm>
            <a:off x="6553200" y="3962400"/>
            <a:ext cx="762000" cy="62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en-US" sz="1400" b="1"/>
              <a:t>printB</a:t>
            </a:r>
          </a:p>
          <a:p>
            <a:pPr algn="ctr" eaLnBrk="1" hangingPunct="1">
              <a:spcBef>
                <a:spcPct val="50000"/>
              </a:spcBef>
              <a:defRPr/>
            </a:pPr>
            <a:r>
              <a:rPr lang="en-US" altLang="en-US" sz="1400" b="1"/>
              <a:t>setB</a:t>
            </a:r>
          </a:p>
        </p:txBody>
      </p:sp>
      <p:sp>
        <p:nvSpPr>
          <p:cNvPr id="97308" name="Text Box 28"/>
          <p:cNvSpPr txBox="1">
            <a:spLocks noChangeArrowheads="1"/>
          </p:cNvSpPr>
          <p:nvPr/>
        </p:nvSpPr>
        <p:spPr bwMode="auto">
          <a:xfrm>
            <a:off x="7315200" y="3429000"/>
            <a:ext cx="609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 sz="1400" b="1"/>
              <a:t>var2</a:t>
            </a:r>
          </a:p>
        </p:txBody>
      </p:sp>
      <p:pic>
        <p:nvPicPr>
          <p:cNvPr id="25620" name="Picture 36" descr="untitled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5851525" cy="6629400"/>
          </a:xfrm>
        </p:spPr>
      </p:pic>
      <p:sp>
        <p:nvSpPr>
          <p:cNvPr id="97317" name="Rectangle 37"/>
          <p:cNvSpPr>
            <a:spLocks noChangeArrowheads="1"/>
          </p:cNvSpPr>
          <p:nvPr/>
        </p:nvSpPr>
        <p:spPr bwMode="auto">
          <a:xfrm>
            <a:off x="6070600" y="4724400"/>
            <a:ext cx="1854200" cy="1828800"/>
          </a:xfrm>
          <a:prstGeom prst="rect">
            <a:avLst/>
          </a:prstGeom>
          <a:solidFill>
            <a:srgbClr val="FF33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97318" name="Rectangle 38"/>
          <p:cNvSpPr>
            <a:spLocks noChangeArrowheads="1"/>
          </p:cNvSpPr>
          <p:nvPr/>
        </p:nvSpPr>
        <p:spPr bwMode="auto">
          <a:xfrm>
            <a:off x="6194425" y="4800600"/>
            <a:ext cx="892175" cy="269875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97319" name="Rectangle 39"/>
          <p:cNvSpPr>
            <a:spLocks noChangeArrowheads="1"/>
          </p:cNvSpPr>
          <p:nvPr/>
        </p:nvSpPr>
        <p:spPr bwMode="auto">
          <a:xfrm>
            <a:off x="6194425" y="5181600"/>
            <a:ext cx="892175" cy="269875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97320" name="Rectangle 40"/>
          <p:cNvSpPr>
            <a:spLocks noChangeArrowheads="1"/>
          </p:cNvSpPr>
          <p:nvPr/>
        </p:nvSpPr>
        <p:spPr bwMode="auto">
          <a:xfrm>
            <a:off x="6194425" y="5562600"/>
            <a:ext cx="892175" cy="269875"/>
          </a:xfrm>
          <a:prstGeom prst="rect">
            <a:avLst/>
          </a:prstGeom>
          <a:solidFill>
            <a:srgbClr val="33CC3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97321" name="Oval 41"/>
          <p:cNvSpPr>
            <a:spLocks noChangeArrowheads="1"/>
          </p:cNvSpPr>
          <p:nvPr/>
        </p:nvSpPr>
        <p:spPr bwMode="auto">
          <a:xfrm>
            <a:off x="6096000" y="5929313"/>
            <a:ext cx="1752600" cy="547687"/>
          </a:xfrm>
          <a:prstGeom prst="ellipse">
            <a:avLst/>
          </a:prstGeom>
          <a:solidFill>
            <a:srgbClr val="33CC3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97322" name="Text Box 42"/>
          <p:cNvSpPr txBox="1">
            <a:spLocks noChangeArrowheads="1"/>
          </p:cNvSpPr>
          <p:nvPr/>
        </p:nvSpPr>
        <p:spPr bwMode="auto">
          <a:xfrm>
            <a:off x="7269163" y="4800600"/>
            <a:ext cx="27463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 sz="1400" b="1"/>
              <a:t>x</a:t>
            </a:r>
          </a:p>
        </p:txBody>
      </p:sp>
      <p:sp>
        <p:nvSpPr>
          <p:cNvPr id="97323" name="Text Box 43"/>
          <p:cNvSpPr txBox="1">
            <a:spLocks noChangeArrowheads="1"/>
          </p:cNvSpPr>
          <p:nvPr/>
        </p:nvSpPr>
        <p:spPr bwMode="auto">
          <a:xfrm>
            <a:off x="7269163" y="5105400"/>
            <a:ext cx="27463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 sz="1400" b="1"/>
              <a:t>y</a:t>
            </a:r>
          </a:p>
        </p:txBody>
      </p:sp>
      <p:sp>
        <p:nvSpPr>
          <p:cNvPr id="97324" name="Text Box 44"/>
          <p:cNvSpPr txBox="1">
            <a:spLocks noChangeArrowheads="1"/>
          </p:cNvSpPr>
          <p:nvPr/>
        </p:nvSpPr>
        <p:spPr bwMode="auto">
          <a:xfrm>
            <a:off x="7269163" y="5486400"/>
            <a:ext cx="27463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 sz="1400" b="1"/>
              <a:t>z</a:t>
            </a:r>
          </a:p>
        </p:txBody>
      </p:sp>
      <p:sp>
        <p:nvSpPr>
          <p:cNvPr id="97325" name="Text Box 45"/>
          <p:cNvSpPr txBox="1">
            <a:spLocks noChangeArrowheads="1"/>
          </p:cNvSpPr>
          <p:nvPr/>
        </p:nvSpPr>
        <p:spPr bwMode="auto">
          <a:xfrm>
            <a:off x="6477000" y="5927725"/>
            <a:ext cx="9906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en-US" sz="1200" b="1"/>
              <a:t>printA</a:t>
            </a:r>
          </a:p>
          <a:p>
            <a:pPr algn="ctr" eaLnBrk="1" hangingPunct="1">
              <a:spcBef>
                <a:spcPct val="50000"/>
              </a:spcBef>
              <a:defRPr/>
            </a:pPr>
            <a:r>
              <a:rPr lang="en-US" altLang="en-US" sz="1200" b="1"/>
              <a:t>setA</a:t>
            </a:r>
          </a:p>
        </p:txBody>
      </p:sp>
      <p:sp>
        <p:nvSpPr>
          <p:cNvPr id="97326" name="Text Box 46"/>
          <p:cNvSpPr txBox="1">
            <a:spLocks noChangeArrowheads="1"/>
          </p:cNvSpPr>
          <p:nvPr/>
        </p:nvSpPr>
        <p:spPr bwMode="auto">
          <a:xfrm>
            <a:off x="7848600" y="4572000"/>
            <a:ext cx="304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/>
              <a:t>A</a:t>
            </a:r>
          </a:p>
        </p:txBody>
      </p:sp>
      <p:sp>
        <p:nvSpPr>
          <p:cNvPr id="97327" name="Text Box 47"/>
          <p:cNvSpPr txBox="1">
            <a:spLocks noChangeArrowheads="1"/>
          </p:cNvSpPr>
          <p:nvPr/>
        </p:nvSpPr>
        <p:spPr bwMode="auto">
          <a:xfrm>
            <a:off x="1905000" y="685800"/>
            <a:ext cx="838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>
                <a:solidFill>
                  <a:srgbClr val="FF33CC"/>
                </a:solidFill>
                <a:latin typeface="Comic Sans MS" charset="0"/>
              </a:rPr>
              <a:t>Base </a:t>
            </a:r>
          </a:p>
        </p:txBody>
      </p:sp>
      <p:sp>
        <p:nvSpPr>
          <p:cNvPr id="97328" name="Text Box 48"/>
          <p:cNvSpPr txBox="1">
            <a:spLocks noChangeArrowheads="1"/>
          </p:cNvSpPr>
          <p:nvPr/>
        </p:nvSpPr>
        <p:spPr bwMode="auto">
          <a:xfrm>
            <a:off x="2209800" y="3124200"/>
            <a:ext cx="1143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>
                <a:solidFill>
                  <a:srgbClr val="FF33CC"/>
                </a:solidFill>
                <a:latin typeface="Comic Sans MS" charset="0"/>
              </a:rPr>
              <a:t>derived </a:t>
            </a:r>
          </a:p>
        </p:txBody>
      </p:sp>
    </p:spTree>
    <p:extLst>
      <p:ext uri="{BB962C8B-B14F-4D97-AF65-F5344CB8AC3E}">
        <p14:creationId xmlns:p14="http://schemas.microsoft.com/office/powerpoint/2010/main" val="1514291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7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97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97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97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97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97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97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97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97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97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7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7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7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7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73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7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973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97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73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7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973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973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973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973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97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97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3" dur="500"/>
                                        <p:tgtEl>
                                          <p:spTgt spid="97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6" dur="500"/>
                                        <p:tgtEl>
                                          <p:spTgt spid="97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9" dur="500"/>
                                        <p:tgtEl>
                                          <p:spTgt spid="97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2" dur="500"/>
                                        <p:tgtEl>
                                          <p:spTgt spid="97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5" dur="500"/>
                                        <p:tgtEl>
                                          <p:spTgt spid="97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8" dur="500"/>
                                        <p:tgtEl>
                                          <p:spTgt spid="97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1" dur="500"/>
                                        <p:tgtEl>
                                          <p:spTgt spid="97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4" dur="500"/>
                                        <p:tgtEl>
                                          <p:spTgt spid="97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7" dur="500"/>
                                        <p:tgtEl>
                                          <p:spTgt spid="97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97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7" grpId="0" animBg="1"/>
      <p:bldP spid="97288" grpId="0" animBg="1"/>
      <p:bldP spid="97289" grpId="0" animBg="1"/>
      <p:bldP spid="97290" grpId="0" animBg="1"/>
      <p:bldP spid="97291" grpId="0" animBg="1"/>
      <p:bldP spid="97292" grpId="0"/>
      <p:bldP spid="97293" grpId="0"/>
      <p:bldP spid="97294" grpId="0"/>
      <p:bldP spid="97295" grpId="0"/>
      <p:bldP spid="97296" grpId="0"/>
      <p:bldP spid="97297" grpId="0" animBg="1"/>
      <p:bldP spid="97298" grpId="0" animBg="1"/>
      <p:bldP spid="97300" grpId="0" animBg="1"/>
      <p:bldP spid="97301" grpId="0" animBg="1"/>
      <p:bldP spid="97302" grpId="0"/>
      <p:bldP spid="97303" grpId="0"/>
      <p:bldP spid="97306" grpId="0"/>
      <p:bldP spid="97308" grpId="0"/>
      <p:bldP spid="97317" grpId="0" animBg="1"/>
      <p:bldP spid="97318" grpId="0" animBg="1"/>
      <p:bldP spid="97319" grpId="0" animBg="1"/>
      <p:bldP spid="97320" grpId="0" animBg="1"/>
      <p:bldP spid="97321" grpId="0" animBg="1"/>
      <p:bldP spid="97322" grpId="0"/>
      <p:bldP spid="97323" grpId="0"/>
      <p:bldP spid="97324" grpId="0"/>
      <p:bldP spid="97325" grpId="0"/>
      <p:bldP spid="9732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41" name="Rectangle 13"/>
          <p:cNvSpPr>
            <a:spLocks noChangeArrowheads="1"/>
          </p:cNvSpPr>
          <p:nvPr/>
        </p:nvSpPr>
        <p:spPr bwMode="auto">
          <a:xfrm>
            <a:off x="5943600" y="2895600"/>
            <a:ext cx="2209800" cy="3810000"/>
          </a:xfrm>
          <a:prstGeom prst="rect">
            <a:avLst/>
          </a:prstGeom>
          <a:solidFill>
            <a:srgbClr val="FFCC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99342" name="Rectangle 14"/>
          <p:cNvSpPr>
            <a:spLocks noChangeArrowheads="1"/>
          </p:cNvSpPr>
          <p:nvPr/>
        </p:nvSpPr>
        <p:spPr bwMode="auto">
          <a:xfrm>
            <a:off x="6172200" y="2971800"/>
            <a:ext cx="990600" cy="304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99343" name="Rectangle 15"/>
          <p:cNvSpPr>
            <a:spLocks noChangeArrowheads="1"/>
          </p:cNvSpPr>
          <p:nvPr/>
        </p:nvSpPr>
        <p:spPr bwMode="auto">
          <a:xfrm>
            <a:off x="6172200" y="3429000"/>
            <a:ext cx="990600" cy="304800"/>
          </a:xfrm>
          <a:prstGeom prst="rect">
            <a:avLst/>
          </a:prstGeom>
          <a:solidFill>
            <a:srgbClr val="33CC3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99344" name="Oval 16"/>
          <p:cNvSpPr>
            <a:spLocks noChangeArrowheads="1"/>
          </p:cNvSpPr>
          <p:nvPr/>
        </p:nvSpPr>
        <p:spPr bwMode="auto">
          <a:xfrm>
            <a:off x="6019800" y="5395913"/>
            <a:ext cx="1905000" cy="1233487"/>
          </a:xfrm>
          <a:prstGeom prst="ellipse">
            <a:avLst/>
          </a:prstGeom>
          <a:solidFill>
            <a:srgbClr val="33CC3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99345" name="Text Box 17"/>
          <p:cNvSpPr txBox="1">
            <a:spLocks noChangeArrowheads="1"/>
          </p:cNvSpPr>
          <p:nvPr/>
        </p:nvSpPr>
        <p:spPr bwMode="auto">
          <a:xfrm>
            <a:off x="8153400" y="2833688"/>
            <a:ext cx="762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/>
              <a:t>objB</a:t>
            </a:r>
          </a:p>
        </p:txBody>
      </p:sp>
      <p:sp>
        <p:nvSpPr>
          <p:cNvPr id="99346" name="Text Box 18"/>
          <p:cNvSpPr txBox="1">
            <a:spLocks noChangeArrowheads="1"/>
          </p:cNvSpPr>
          <p:nvPr/>
        </p:nvSpPr>
        <p:spPr bwMode="auto">
          <a:xfrm>
            <a:off x="7315200" y="2971800"/>
            <a:ext cx="609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 sz="1400" b="1"/>
              <a:t>var1</a:t>
            </a:r>
          </a:p>
        </p:txBody>
      </p:sp>
      <p:sp>
        <p:nvSpPr>
          <p:cNvPr id="99347" name="Text Box 19"/>
          <p:cNvSpPr txBox="1">
            <a:spLocks noChangeArrowheads="1"/>
          </p:cNvSpPr>
          <p:nvPr/>
        </p:nvSpPr>
        <p:spPr bwMode="auto">
          <a:xfrm>
            <a:off x="6629400" y="5334000"/>
            <a:ext cx="762000" cy="1262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en-US" sz="1400" b="1"/>
              <a:t>printB</a:t>
            </a:r>
          </a:p>
          <a:p>
            <a:pPr algn="ctr" eaLnBrk="1" hangingPunct="1">
              <a:spcBef>
                <a:spcPct val="50000"/>
              </a:spcBef>
              <a:defRPr/>
            </a:pPr>
            <a:r>
              <a:rPr lang="en-US" altLang="en-US" sz="1400" b="1"/>
              <a:t>setB</a:t>
            </a:r>
          </a:p>
          <a:p>
            <a:pPr algn="ctr" eaLnBrk="1" hangingPunct="1">
              <a:spcBef>
                <a:spcPct val="50000"/>
              </a:spcBef>
              <a:defRPr/>
            </a:pPr>
            <a:r>
              <a:rPr lang="en-US" altLang="en-US" sz="1400" b="1"/>
              <a:t>printA</a:t>
            </a:r>
          </a:p>
          <a:p>
            <a:pPr algn="ctr" eaLnBrk="1" hangingPunct="1">
              <a:spcBef>
                <a:spcPct val="50000"/>
              </a:spcBef>
              <a:defRPr/>
            </a:pPr>
            <a:r>
              <a:rPr lang="en-US" altLang="en-US" sz="1400" b="1"/>
              <a:t>setA</a:t>
            </a:r>
          </a:p>
        </p:txBody>
      </p:sp>
      <p:sp>
        <p:nvSpPr>
          <p:cNvPr id="99348" name="Rectangle 20"/>
          <p:cNvSpPr>
            <a:spLocks noChangeArrowheads="1"/>
          </p:cNvSpPr>
          <p:nvPr/>
        </p:nvSpPr>
        <p:spPr bwMode="auto">
          <a:xfrm>
            <a:off x="6172200" y="3886200"/>
            <a:ext cx="990600" cy="304800"/>
          </a:xfrm>
          <a:prstGeom prst="rect">
            <a:avLst/>
          </a:prstGeom>
          <a:solidFill>
            <a:srgbClr val="33CC3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99349" name="Text Box 21"/>
          <p:cNvSpPr txBox="1">
            <a:spLocks noChangeArrowheads="1"/>
          </p:cNvSpPr>
          <p:nvPr/>
        </p:nvSpPr>
        <p:spPr bwMode="auto">
          <a:xfrm>
            <a:off x="7315200" y="3429000"/>
            <a:ext cx="609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 sz="1400" b="1"/>
              <a:t>var2</a:t>
            </a:r>
          </a:p>
        </p:txBody>
      </p:sp>
      <p:sp>
        <p:nvSpPr>
          <p:cNvPr id="99350" name="Text Box 22"/>
          <p:cNvSpPr txBox="1">
            <a:spLocks noChangeArrowheads="1"/>
          </p:cNvSpPr>
          <p:nvPr/>
        </p:nvSpPr>
        <p:spPr bwMode="auto">
          <a:xfrm>
            <a:off x="7315200" y="3886200"/>
            <a:ext cx="609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 sz="1400" b="1"/>
              <a:t>z</a:t>
            </a:r>
          </a:p>
        </p:txBody>
      </p:sp>
      <p:sp>
        <p:nvSpPr>
          <p:cNvPr id="99351" name="Rectangle 23"/>
          <p:cNvSpPr>
            <a:spLocks noChangeArrowheads="1"/>
          </p:cNvSpPr>
          <p:nvPr/>
        </p:nvSpPr>
        <p:spPr bwMode="auto">
          <a:xfrm>
            <a:off x="6172200" y="4343400"/>
            <a:ext cx="1752600" cy="9144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99352" name="Rectangle 24"/>
          <p:cNvSpPr>
            <a:spLocks noChangeArrowheads="1"/>
          </p:cNvSpPr>
          <p:nvPr/>
        </p:nvSpPr>
        <p:spPr bwMode="auto">
          <a:xfrm>
            <a:off x="6248400" y="4419600"/>
            <a:ext cx="990600" cy="304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99353" name="Rectangle 25"/>
          <p:cNvSpPr>
            <a:spLocks noChangeArrowheads="1"/>
          </p:cNvSpPr>
          <p:nvPr/>
        </p:nvSpPr>
        <p:spPr bwMode="auto">
          <a:xfrm>
            <a:off x="6248400" y="4876800"/>
            <a:ext cx="990600" cy="304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99354" name="Text Box 26"/>
          <p:cNvSpPr txBox="1">
            <a:spLocks noChangeArrowheads="1"/>
          </p:cNvSpPr>
          <p:nvPr/>
        </p:nvSpPr>
        <p:spPr bwMode="auto">
          <a:xfrm>
            <a:off x="7391400" y="4419600"/>
            <a:ext cx="457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 sz="1400" b="1"/>
              <a:t>x</a:t>
            </a:r>
          </a:p>
        </p:txBody>
      </p:sp>
      <p:sp>
        <p:nvSpPr>
          <p:cNvPr id="99355" name="Text Box 27"/>
          <p:cNvSpPr txBox="1">
            <a:spLocks noChangeArrowheads="1"/>
          </p:cNvSpPr>
          <p:nvPr/>
        </p:nvSpPr>
        <p:spPr bwMode="auto">
          <a:xfrm>
            <a:off x="7391400" y="4876800"/>
            <a:ext cx="457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 sz="1400" b="1"/>
              <a:t>y</a:t>
            </a:r>
          </a:p>
        </p:txBody>
      </p:sp>
      <p:pic>
        <p:nvPicPr>
          <p:cNvPr id="26641" name="Picture 28" descr="untitled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5851525" cy="6629400"/>
          </a:xfrm>
        </p:spPr>
      </p:pic>
      <p:sp>
        <p:nvSpPr>
          <p:cNvPr id="99357" name="Rectangle 29"/>
          <p:cNvSpPr>
            <a:spLocks noChangeArrowheads="1"/>
          </p:cNvSpPr>
          <p:nvPr/>
        </p:nvSpPr>
        <p:spPr bwMode="auto">
          <a:xfrm>
            <a:off x="5867400" y="304800"/>
            <a:ext cx="2133600" cy="1981200"/>
          </a:xfrm>
          <a:prstGeom prst="rect">
            <a:avLst/>
          </a:prstGeom>
          <a:solidFill>
            <a:srgbClr val="FFCC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99358" name="Rectangle 30"/>
          <p:cNvSpPr>
            <a:spLocks noChangeArrowheads="1"/>
          </p:cNvSpPr>
          <p:nvPr/>
        </p:nvSpPr>
        <p:spPr bwMode="auto">
          <a:xfrm>
            <a:off x="6096000" y="381000"/>
            <a:ext cx="990600" cy="304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99359" name="Rectangle 31"/>
          <p:cNvSpPr>
            <a:spLocks noChangeArrowheads="1"/>
          </p:cNvSpPr>
          <p:nvPr/>
        </p:nvSpPr>
        <p:spPr bwMode="auto">
          <a:xfrm>
            <a:off x="6096000" y="838200"/>
            <a:ext cx="990600" cy="304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99360" name="Rectangle 32"/>
          <p:cNvSpPr>
            <a:spLocks noChangeArrowheads="1"/>
          </p:cNvSpPr>
          <p:nvPr/>
        </p:nvSpPr>
        <p:spPr bwMode="auto">
          <a:xfrm>
            <a:off x="6096000" y="1295400"/>
            <a:ext cx="990600" cy="304800"/>
          </a:xfrm>
          <a:prstGeom prst="rect">
            <a:avLst/>
          </a:prstGeom>
          <a:solidFill>
            <a:srgbClr val="33CC3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99361" name="Oval 33"/>
          <p:cNvSpPr>
            <a:spLocks noChangeArrowheads="1"/>
          </p:cNvSpPr>
          <p:nvPr/>
        </p:nvSpPr>
        <p:spPr bwMode="auto">
          <a:xfrm>
            <a:off x="5943600" y="1676400"/>
            <a:ext cx="1905000" cy="533400"/>
          </a:xfrm>
          <a:prstGeom prst="ellipse">
            <a:avLst/>
          </a:prstGeom>
          <a:solidFill>
            <a:srgbClr val="33CC3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99362" name="Text Box 34"/>
          <p:cNvSpPr txBox="1">
            <a:spLocks noChangeArrowheads="1"/>
          </p:cNvSpPr>
          <p:nvPr/>
        </p:nvSpPr>
        <p:spPr bwMode="auto">
          <a:xfrm>
            <a:off x="8016875" y="381000"/>
            <a:ext cx="762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 dirty="0" err="1"/>
              <a:t>objA</a:t>
            </a:r>
            <a:endParaRPr lang="en-US" altLang="en-US" dirty="0"/>
          </a:p>
        </p:txBody>
      </p:sp>
      <p:sp>
        <p:nvSpPr>
          <p:cNvPr id="99363" name="Text Box 35"/>
          <p:cNvSpPr txBox="1">
            <a:spLocks noChangeArrowheads="1"/>
          </p:cNvSpPr>
          <p:nvPr/>
        </p:nvSpPr>
        <p:spPr bwMode="auto">
          <a:xfrm>
            <a:off x="7239000" y="381000"/>
            <a:ext cx="304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 sz="1400" b="1"/>
              <a:t>x</a:t>
            </a:r>
          </a:p>
        </p:txBody>
      </p:sp>
      <p:sp>
        <p:nvSpPr>
          <p:cNvPr id="99364" name="Text Box 36"/>
          <p:cNvSpPr txBox="1">
            <a:spLocks noChangeArrowheads="1"/>
          </p:cNvSpPr>
          <p:nvPr/>
        </p:nvSpPr>
        <p:spPr bwMode="auto">
          <a:xfrm>
            <a:off x="7239000" y="838200"/>
            <a:ext cx="304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 sz="1400" b="1"/>
              <a:t>y</a:t>
            </a:r>
          </a:p>
        </p:txBody>
      </p:sp>
      <p:sp>
        <p:nvSpPr>
          <p:cNvPr id="99365" name="Text Box 37"/>
          <p:cNvSpPr txBox="1">
            <a:spLocks noChangeArrowheads="1"/>
          </p:cNvSpPr>
          <p:nvPr/>
        </p:nvSpPr>
        <p:spPr bwMode="auto">
          <a:xfrm>
            <a:off x="7239000" y="1295400"/>
            <a:ext cx="304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 sz="1400" b="1"/>
              <a:t>z</a:t>
            </a:r>
          </a:p>
        </p:txBody>
      </p:sp>
      <p:sp>
        <p:nvSpPr>
          <p:cNvPr id="99366" name="Text Box 38"/>
          <p:cNvSpPr txBox="1">
            <a:spLocks noChangeArrowheads="1"/>
          </p:cNvSpPr>
          <p:nvPr/>
        </p:nvSpPr>
        <p:spPr bwMode="auto">
          <a:xfrm>
            <a:off x="6553200" y="1600200"/>
            <a:ext cx="762000" cy="62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en-US" sz="1400" b="1"/>
              <a:t>printA</a:t>
            </a:r>
          </a:p>
          <a:p>
            <a:pPr algn="ctr" eaLnBrk="1" hangingPunct="1">
              <a:spcBef>
                <a:spcPct val="50000"/>
              </a:spcBef>
              <a:defRPr/>
            </a:pPr>
            <a:r>
              <a:rPr lang="en-US" altLang="en-US" sz="1400" b="1"/>
              <a:t>setA</a:t>
            </a:r>
          </a:p>
        </p:txBody>
      </p:sp>
      <p:sp>
        <p:nvSpPr>
          <p:cNvPr id="99367" name="Text Box 39"/>
          <p:cNvSpPr txBox="1">
            <a:spLocks noChangeArrowheads="1"/>
          </p:cNvSpPr>
          <p:nvPr/>
        </p:nvSpPr>
        <p:spPr bwMode="auto">
          <a:xfrm>
            <a:off x="2362200" y="3200400"/>
            <a:ext cx="2286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 u="sng">
                <a:solidFill>
                  <a:srgbClr val="800000"/>
                </a:solidFill>
                <a:latin typeface="Comic Sans MS" charset="0"/>
              </a:rPr>
              <a:t>Can not access x, y</a:t>
            </a:r>
          </a:p>
        </p:txBody>
      </p:sp>
    </p:spTree>
    <p:extLst>
      <p:ext uri="{BB962C8B-B14F-4D97-AF65-F5344CB8AC3E}">
        <p14:creationId xmlns:p14="http://schemas.microsoft.com/office/powerpoint/2010/main" val="8725903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Rectangle 3"/>
          <p:cNvSpPr>
            <a:spLocks noChangeArrowheads="1"/>
          </p:cNvSpPr>
          <p:nvPr/>
        </p:nvSpPr>
        <p:spPr bwMode="auto">
          <a:xfrm>
            <a:off x="5943600" y="2895600"/>
            <a:ext cx="2209800" cy="3810000"/>
          </a:xfrm>
          <a:prstGeom prst="rect">
            <a:avLst/>
          </a:prstGeom>
          <a:solidFill>
            <a:srgbClr val="FFCC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0356" name="Rectangle 4"/>
          <p:cNvSpPr>
            <a:spLocks noChangeArrowheads="1"/>
          </p:cNvSpPr>
          <p:nvPr/>
        </p:nvSpPr>
        <p:spPr bwMode="auto">
          <a:xfrm>
            <a:off x="6172200" y="2971800"/>
            <a:ext cx="990600" cy="304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0357" name="Rectangle 5"/>
          <p:cNvSpPr>
            <a:spLocks noChangeArrowheads="1"/>
          </p:cNvSpPr>
          <p:nvPr/>
        </p:nvSpPr>
        <p:spPr bwMode="auto">
          <a:xfrm>
            <a:off x="6172200" y="3429000"/>
            <a:ext cx="990600" cy="304800"/>
          </a:xfrm>
          <a:prstGeom prst="rect">
            <a:avLst/>
          </a:prstGeom>
          <a:solidFill>
            <a:srgbClr val="33CC3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0358" name="Oval 6"/>
          <p:cNvSpPr>
            <a:spLocks noChangeArrowheads="1"/>
          </p:cNvSpPr>
          <p:nvPr/>
        </p:nvSpPr>
        <p:spPr bwMode="auto">
          <a:xfrm>
            <a:off x="6019800" y="5395913"/>
            <a:ext cx="1905000" cy="547687"/>
          </a:xfrm>
          <a:prstGeom prst="ellipse">
            <a:avLst/>
          </a:prstGeom>
          <a:solidFill>
            <a:srgbClr val="33CC3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0359" name="Text Box 7"/>
          <p:cNvSpPr txBox="1">
            <a:spLocks noChangeArrowheads="1"/>
          </p:cNvSpPr>
          <p:nvPr/>
        </p:nvSpPr>
        <p:spPr bwMode="auto">
          <a:xfrm>
            <a:off x="8153400" y="2895600"/>
            <a:ext cx="762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/>
              <a:t>objB</a:t>
            </a:r>
          </a:p>
        </p:txBody>
      </p:sp>
      <p:sp>
        <p:nvSpPr>
          <p:cNvPr id="100360" name="Text Box 8"/>
          <p:cNvSpPr txBox="1">
            <a:spLocks noChangeArrowheads="1"/>
          </p:cNvSpPr>
          <p:nvPr/>
        </p:nvSpPr>
        <p:spPr bwMode="auto">
          <a:xfrm>
            <a:off x="7315200" y="2971800"/>
            <a:ext cx="609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 sz="1400" b="1"/>
              <a:t>var1</a:t>
            </a:r>
          </a:p>
        </p:txBody>
      </p:sp>
      <p:sp>
        <p:nvSpPr>
          <p:cNvPr id="100361" name="Text Box 9"/>
          <p:cNvSpPr txBox="1">
            <a:spLocks noChangeArrowheads="1"/>
          </p:cNvSpPr>
          <p:nvPr/>
        </p:nvSpPr>
        <p:spPr bwMode="auto">
          <a:xfrm>
            <a:off x="6629400" y="5334000"/>
            <a:ext cx="762000" cy="62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en-US" sz="1400" b="1"/>
              <a:t>printB</a:t>
            </a:r>
          </a:p>
          <a:p>
            <a:pPr algn="ctr" eaLnBrk="1" hangingPunct="1">
              <a:spcBef>
                <a:spcPct val="50000"/>
              </a:spcBef>
              <a:defRPr/>
            </a:pPr>
            <a:r>
              <a:rPr lang="en-US" altLang="en-US" sz="1400" b="1"/>
              <a:t>setB</a:t>
            </a:r>
          </a:p>
        </p:txBody>
      </p:sp>
      <p:sp>
        <p:nvSpPr>
          <p:cNvPr id="100362" name="Rectangle 10"/>
          <p:cNvSpPr>
            <a:spLocks noChangeArrowheads="1"/>
          </p:cNvSpPr>
          <p:nvPr/>
        </p:nvSpPr>
        <p:spPr bwMode="auto">
          <a:xfrm>
            <a:off x="6172200" y="3886200"/>
            <a:ext cx="990600" cy="304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0363" name="Text Box 11"/>
          <p:cNvSpPr txBox="1">
            <a:spLocks noChangeArrowheads="1"/>
          </p:cNvSpPr>
          <p:nvPr/>
        </p:nvSpPr>
        <p:spPr bwMode="auto">
          <a:xfrm>
            <a:off x="7315200" y="3429000"/>
            <a:ext cx="609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 sz="1400" b="1"/>
              <a:t>var2</a:t>
            </a:r>
          </a:p>
        </p:txBody>
      </p:sp>
      <p:sp>
        <p:nvSpPr>
          <p:cNvPr id="100364" name="Text Box 12"/>
          <p:cNvSpPr txBox="1">
            <a:spLocks noChangeArrowheads="1"/>
          </p:cNvSpPr>
          <p:nvPr/>
        </p:nvSpPr>
        <p:spPr bwMode="auto">
          <a:xfrm>
            <a:off x="7315200" y="3886200"/>
            <a:ext cx="609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 sz="1400" b="1"/>
              <a:t>z</a:t>
            </a:r>
          </a:p>
        </p:txBody>
      </p:sp>
      <p:sp>
        <p:nvSpPr>
          <p:cNvPr id="100365" name="Rectangle 13"/>
          <p:cNvSpPr>
            <a:spLocks noChangeArrowheads="1"/>
          </p:cNvSpPr>
          <p:nvPr/>
        </p:nvSpPr>
        <p:spPr bwMode="auto">
          <a:xfrm>
            <a:off x="6172200" y="4343400"/>
            <a:ext cx="1752600" cy="9144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0366" name="Rectangle 14"/>
          <p:cNvSpPr>
            <a:spLocks noChangeArrowheads="1"/>
          </p:cNvSpPr>
          <p:nvPr/>
        </p:nvSpPr>
        <p:spPr bwMode="auto">
          <a:xfrm>
            <a:off x="6248400" y="4419600"/>
            <a:ext cx="990600" cy="304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0367" name="Rectangle 15"/>
          <p:cNvSpPr>
            <a:spLocks noChangeArrowheads="1"/>
          </p:cNvSpPr>
          <p:nvPr/>
        </p:nvSpPr>
        <p:spPr bwMode="auto">
          <a:xfrm>
            <a:off x="6248400" y="4876800"/>
            <a:ext cx="990600" cy="304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0368" name="Text Box 16"/>
          <p:cNvSpPr txBox="1">
            <a:spLocks noChangeArrowheads="1"/>
          </p:cNvSpPr>
          <p:nvPr/>
        </p:nvSpPr>
        <p:spPr bwMode="auto">
          <a:xfrm>
            <a:off x="7391400" y="4419600"/>
            <a:ext cx="457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 sz="1400" b="1"/>
              <a:t>x</a:t>
            </a:r>
          </a:p>
        </p:txBody>
      </p:sp>
      <p:sp>
        <p:nvSpPr>
          <p:cNvPr id="100369" name="Text Box 17"/>
          <p:cNvSpPr txBox="1">
            <a:spLocks noChangeArrowheads="1"/>
          </p:cNvSpPr>
          <p:nvPr/>
        </p:nvSpPr>
        <p:spPr bwMode="auto">
          <a:xfrm>
            <a:off x="7391400" y="4876800"/>
            <a:ext cx="457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 sz="1400" b="1"/>
              <a:t>y</a:t>
            </a:r>
          </a:p>
        </p:txBody>
      </p:sp>
      <p:sp>
        <p:nvSpPr>
          <p:cNvPr id="100371" name="Rectangle 19"/>
          <p:cNvSpPr>
            <a:spLocks noChangeArrowheads="1"/>
          </p:cNvSpPr>
          <p:nvPr/>
        </p:nvSpPr>
        <p:spPr bwMode="auto">
          <a:xfrm>
            <a:off x="5867400" y="304800"/>
            <a:ext cx="2133600" cy="1981200"/>
          </a:xfrm>
          <a:prstGeom prst="rect">
            <a:avLst/>
          </a:prstGeom>
          <a:solidFill>
            <a:srgbClr val="FFCC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0372" name="Rectangle 20"/>
          <p:cNvSpPr>
            <a:spLocks noChangeArrowheads="1"/>
          </p:cNvSpPr>
          <p:nvPr/>
        </p:nvSpPr>
        <p:spPr bwMode="auto">
          <a:xfrm>
            <a:off x="6096000" y="381000"/>
            <a:ext cx="990600" cy="304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0373" name="Rectangle 21"/>
          <p:cNvSpPr>
            <a:spLocks noChangeArrowheads="1"/>
          </p:cNvSpPr>
          <p:nvPr/>
        </p:nvSpPr>
        <p:spPr bwMode="auto">
          <a:xfrm>
            <a:off x="6096000" y="838200"/>
            <a:ext cx="990600" cy="304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0374" name="Rectangle 22"/>
          <p:cNvSpPr>
            <a:spLocks noChangeArrowheads="1"/>
          </p:cNvSpPr>
          <p:nvPr/>
        </p:nvSpPr>
        <p:spPr bwMode="auto">
          <a:xfrm>
            <a:off x="6096000" y="1295400"/>
            <a:ext cx="990600" cy="304800"/>
          </a:xfrm>
          <a:prstGeom prst="rect">
            <a:avLst/>
          </a:prstGeom>
          <a:solidFill>
            <a:srgbClr val="33CC3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0375" name="Oval 23"/>
          <p:cNvSpPr>
            <a:spLocks noChangeArrowheads="1"/>
          </p:cNvSpPr>
          <p:nvPr/>
        </p:nvSpPr>
        <p:spPr bwMode="auto">
          <a:xfrm>
            <a:off x="5943600" y="1676400"/>
            <a:ext cx="1905000" cy="533400"/>
          </a:xfrm>
          <a:prstGeom prst="ellipse">
            <a:avLst/>
          </a:prstGeom>
          <a:solidFill>
            <a:srgbClr val="33CC3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0376" name="Text Box 24"/>
          <p:cNvSpPr txBox="1">
            <a:spLocks noChangeArrowheads="1"/>
          </p:cNvSpPr>
          <p:nvPr/>
        </p:nvSpPr>
        <p:spPr bwMode="auto">
          <a:xfrm>
            <a:off x="8107680" y="389191"/>
            <a:ext cx="762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/>
              <a:t>objA</a:t>
            </a:r>
            <a:endParaRPr lang="en-US" altLang="en-US" dirty="0"/>
          </a:p>
        </p:txBody>
      </p:sp>
      <p:sp>
        <p:nvSpPr>
          <p:cNvPr id="100377" name="Text Box 25"/>
          <p:cNvSpPr txBox="1">
            <a:spLocks noChangeArrowheads="1"/>
          </p:cNvSpPr>
          <p:nvPr/>
        </p:nvSpPr>
        <p:spPr bwMode="auto">
          <a:xfrm>
            <a:off x="7239000" y="381000"/>
            <a:ext cx="304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 sz="1400" b="1"/>
              <a:t>x</a:t>
            </a:r>
          </a:p>
        </p:txBody>
      </p:sp>
      <p:sp>
        <p:nvSpPr>
          <p:cNvPr id="100378" name="Text Box 26"/>
          <p:cNvSpPr txBox="1">
            <a:spLocks noChangeArrowheads="1"/>
          </p:cNvSpPr>
          <p:nvPr/>
        </p:nvSpPr>
        <p:spPr bwMode="auto">
          <a:xfrm>
            <a:off x="7239000" y="838200"/>
            <a:ext cx="304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 sz="1400" b="1"/>
              <a:t>y</a:t>
            </a:r>
          </a:p>
        </p:txBody>
      </p:sp>
      <p:sp>
        <p:nvSpPr>
          <p:cNvPr id="100379" name="Text Box 27"/>
          <p:cNvSpPr txBox="1">
            <a:spLocks noChangeArrowheads="1"/>
          </p:cNvSpPr>
          <p:nvPr/>
        </p:nvSpPr>
        <p:spPr bwMode="auto">
          <a:xfrm>
            <a:off x="7239000" y="1295400"/>
            <a:ext cx="304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 sz="1400" b="1"/>
              <a:t>z</a:t>
            </a:r>
          </a:p>
        </p:txBody>
      </p:sp>
      <p:sp>
        <p:nvSpPr>
          <p:cNvPr id="100380" name="Text Box 28"/>
          <p:cNvSpPr txBox="1">
            <a:spLocks noChangeArrowheads="1"/>
          </p:cNvSpPr>
          <p:nvPr/>
        </p:nvSpPr>
        <p:spPr bwMode="auto">
          <a:xfrm>
            <a:off x="6553200" y="1600200"/>
            <a:ext cx="762000" cy="62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en-US" sz="1400" b="1"/>
              <a:t>printA</a:t>
            </a:r>
          </a:p>
          <a:p>
            <a:pPr algn="ctr" eaLnBrk="1" hangingPunct="1">
              <a:spcBef>
                <a:spcPct val="50000"/>
              </a:spcBef>
              <a:defRPr/>
            </a:pPr>
            <a:r>
              <a:rPr lang="en-US" altLang="en-US" sz="1400" b="1"/>
              <a:t>setA</a:t>
            </a:r>
          </a:p>
        </p:txBody>
      </p:sp>
      <p:pic>
        <p:nvPicPr>
          <p:cNvPr id="27675" name="Picture 30" descr="untitled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5789613" cy="6705600"/>
          </a:xfrm>
        </p:spPr>
      </p:pic>
      <p:sp>
        <p:nvSpPr>
          <p:cNvPr id="100383" name="Oval 31"/>
          <p:cNvSpPr>
            <a:spLocks noChangeArrowheads="1"/>
          </p:cNvSpPr>
          <p:nvPr/>
        </p:nvSpPr>
        <p:spPr bwMode="auto">
          <a:xfrm>
            <a:off x="6019800" y="6081713"/>
            <a:ext cx="19050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0384" name="Text Box 32"/>
          <p:cNvSpPr txBox="1">
            <a:spLocks noChangeArrowheads="1"/>
          </p:cNvSpPr>
          <p:nvPr/>
        </p:nvSpPr>
        <p:spPr bwMode="auto">
          <a:xfrm>
            <a:off x="6629400" y="6005513"/>
            <a:ext cx="762000" cy="623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en-US" sz="1400" b="1" dirty="0" err="1"/>
              <a:t>printA</a:t>
            </a:r>
            <a:endParaRPr lang="en-US" altLang="en-US" sz="1400" b="1" dirty="0"/>
          </a:p>
          <a:p>
            <a:pPr algn="ctr" eaLnBrk="1" hangingPunct="1">
              <a:spcBef>
                <a:spcPct val="50000"/>
              </a:spcBef>
              <a:defRPr/>
            </a:pPr>
            <a:r>
              <a:rPr lang="en-US" altLang="en-US" sz="1400" b="1" dirty="0" err="1"/>
              <a:t>setA</a:t>
            </a:r>
            <a:endParaRPr lang="en-US" altLang="en-US" sz="1400" b="1" dirty="0"/>
          </a:p>
        </p:txBody>
      </p:sp>
      <p:sp>
        <p:nvSpPr>
          <p:cNvPr id="100385" name="AutoShape 33"/>
          <p:cNvSpPr>
            <a:spLocks noChangeArrowheads="1"/>
          </p:cNvSpPr>
          <p:nvPr/>
        </p:nvSpPr>
        <p:spPr bwMode="auto">
          <a:xfrm>
            <a:off x="2209800" y="3124200"/>
            <a:ext cx="228600" cy="228600"/>
          </a:xfrm>
          <a:prstGeom prst="star5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859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03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03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0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3000" fill="hold"/>
                                        <p:tgtEl>
                                          <p:spTgt spid="10038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4" presetID="4" presetClass="exit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5" dur="500"/>
                                        <p:tgtEl>
                                          <p:spTgt spid="1003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03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03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03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03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03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03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0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0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003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03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00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00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003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003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003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003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003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003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003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003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003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003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2" dur="500"/>
                                        <p:tgtEl>
                                          <p:spTgt spid="100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4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6" dur="500"/>
                                        <p:tgtEl>
                                          <p:spTgt spid="100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5" grpId="0" animBg="1"/>
      <p:bldP spid="100356" grpId="0" animBg="1"/>
      <p:bldP spid="100357" grpId="0" animBg="1"/>
      <p:bldP spid="100358" grpId="0" animBg="1"/>
      <p:bldP spid="100359" grpId="0"/>
      <p:bldP spid="100360" grpId="0"/>
      <p:bldP spid="100361" grpId="0"/>
      <p:bldP spid="100362" grpId="0" animBg="1"/>
      <p:bldP spid="100363" grpId="0"/>
      <p:bldP spid="100364" grpId="0"/>
      <p:bldP spid="100365" grpId="0" animBg="1"/>
      <p:bldP spid="100366" grpId="0" animBg="1"/>
      <p:bldP spid="100367" grpId="0" animBg="1"/>
      <p:bldP spid="100368" grpId="0"/>
      <p:bldP spid="100369" grpId="0"/>
      <p:bldP spid="100383" grpId="0" animBg="1"/>
      <p:bldP spid="100384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4" descr="untitled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-76200"/>
            <a:ext cx="6353175" cy="6934200"/>
          </a:xfrm>
        </p:spPr>
      </p:pic>
      <p:sp>
        <p:nvSpPr>
          <p:cNvPr id="105479" name="Rectangle 7"/>
          <p:cNvSpPr>
            <a:spLocks noChangeArrowheads="1"/>
          </p:cNvSpPr>
          <p:nvPr/>
        </p:nvSpPr>
        <p:spPr bwMode="auto">
          <a:xfrm>
            <a:off x="6324600" y="2424113"/>
            <a:ext cx="2209800" cy="3810000"/>
          </a:xfrm>
          <a:prstGeom prst="rect">
            <a:avLst/>
          </a:prstGeom>
          <a:solidFill>
            <a:srgbClr val="FFCC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5482" name="Oval 10"/>
          <p:cNvSpPr>
            <a:spLocks noChangeArrowheads="1"/>
          </p:cNvSpPr>
          <p:nvPr/>
        </p:nvSpPr>
        <p:spPr bwMode="auto">
          <a:xfrm>
            <a:off x="6400800" y="4924425"/>
            <a:ext cx="1905000" cy="1233488"/>
          </a:xfrm>
          <a:prstGeom prst="ellipse">
            <a:avLst/>
          </a:prstGeom>
          <a:solidFill>
            <a:srgbClr val="33CC3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5483" name="Text Box 11"/>
          <p:cNvSpPr txBox="1">
            <a:spLocks noChangeArrowheads="1"/>
          </p:cNvSpPr>
          <p:nvPr/>
        </p:nvSpPr>
        <p:spPr bwMode="auto">
          <a:xfrm>
            <a:off x="8458200" y="2362200"/>
            <a:ext cx="762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/>
              <a:t>objB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6553200" y="2500313"/>
            <a:ext cx="1752600" cy="3624262"/>
            <a:chOff x="6553200" y="2500313"/>
            <a:chExt cx="1752600" cy="3624262"/>
          </a:xfrm>
        </p:grpSpPr>
        <p:sp>
          <p:nvSpPr>
            <p:cNvPr id="105480" name="Rectangle 8"/>
            <p:cNvSpPr>
              <a:spLocks noChangeArrowheads="1"/>
            </p:cNvSpPr>
            <p:nvPr/>
          </p:nvSpPr>
          <p:spPr bwMode="auto">
            <a:xfrm>
              <a:off x="6553200" y="2500313"/>
              <a:ext cx="990600" cy="3048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105481" name="Rectangle 9"/>
            <p:cNvSpPr>
              <a:spLocks noChangeArrowheads="1"/>
            </p:cNvSpPr>
            <p:nvPr/>
          </p:nvSpPr>
          <p:spPr bwMode="auto">
            <a:xfrm>
              <a:off x="6553200" y="2957513"/>
              <a:ext cx="990600" cy="304800"/>
            </a:xfrm>
            <a:prstGeom prst="rect">
              <a:avLst/>
            </a:prstGeom>
            <a:solidFill>
              <a:srgbClr val="33CC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105484" name="Text Box 12"/>
            <p:cNvSpPr txBox="1">
              <a:spLocks noChangeArrowheads="1"/>
            </p:cNvSpPr>
            <p:nvPr/>
          </p:nvSpPr>
          <p:spPr bwMode="auto">
            <a:xfrm>
              <a:off x="7696200" y="2500313"/>
              <a:ext cx="60960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en-US" sz="1400" b="1" dirty="0"/>
                <a:t>var1</a:t>
              </a:r>
            </a:p>
          </p:txBody>
        </p:sp>
        <p:sp>
          <p:nvSpPr>
            <p:cNvPr id="105485" name="Text Box 13"/>
            <p:cNvSpPr txBox="1">
              <a:spLocks noChangeArrowheads="1"/>
            </p:cNvSpPr>
            <p:nvPr/>
          </p:nvSpPr>
          <p:spPr bwMode="auto">
            <a:xfrm>
              <a:off x="7010400" y="4862513"/>
              <a:ext cx="762000" cy="12620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en-US" sz="1400" b="1"/>
                <a:t>printB</a:t>
              </a:r>
            </a:p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en-US" sz="1400" b="1"/>
                <a:t>setB</a:t>
              </a:r>
            </a:p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en-US" sz="1400" b="1"/>
                <a:t>printA</a:t>
              </a:r>
            </a:p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en-US" sz="1400" b="1"/>
                <a:t>setA</a:t>
              </a:r>
            </a:p>
          </p:txBody>
        </p:sp>
        <p:sp>
          <p:nvSpPr>
            <p:cNvPr id="105486" name="Rectangle 14"/>
            <p:cNvSpPr>
              <a:spLocks noChangeArrowheads="1"/>
            </p:cNvSpPr>
            <p:nvPr/>
          </p:nvSpPr>
          <p:spPr bwMode="auto">
            <a:xfrm>
              <a:off x="6553200" y="3414713"/>
              <a:ext cx="990600" cy="304800"/>
            </a:xfrm>
            <a:prstGeom prst="rect">
              <a:avLst/>
            </a:prstGeom>
            <a:solidFill>
              <a:srgbClr val="33CC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105487" name="Text Box 15"/>
            <p:cNvSpPr txBox="1">
              <a:spLocks noChangeArrowheads="1"/>
            </p:cNvSpPr>
            <p:nvPr/>
          </p:nvSpPr>
          <p:spPr bwMode="auto">
            <a:xfrm>
              <a:off x="7696200" y="2957513"/>
              <a:ext cx="60960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en-US" sz="1400" b="1"/>
                <a:t>var2</a:t>
              </a:r>
            </a:p>
          </p:txBody>
        </p:sp>
        <p:sp>
          <p:nvSpPr>
            <p:cNvPr id="105488" name="Text Box 16"/>
            <p:cNvSpPr txBox="1">
              <a:spLocks noChangeArrowheads="1"/>
            </p:cNvSpPr>
            <p:nvPr/>
          </p:nvSpPr>
          <p:spPr bwMode="auto">
            <a:xfrm>
              <a:off x="7696200" y="3414713"/>
              <a:ext cx="60960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en-US" sz="1400" b="1"/>
                <a:t>z</a:t>
              </a:r>
            </a:p>
          </p:txBody>
        </p:sp>
        <p:sp>
          <p:nvSpPr>
            <p:cNvPr id="105489" name="Rectangle 17"/>
            <p:cNvSpPr>
              <a:spLocks noChangeArrowheads="1"/>
            </p:cNvSpPr>
            <p:nvPr/>
          </p:nvSpPr>
          <p:spPr bwMode="auto">
            <a:xfrm>
              <a:off x="6553200" y="3871913"/>
              <a:ext cx="1752600" cy="9144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105490" name="Rectangle 18"/>
            <p:cNvSpPr>
              <a:spLocks noChangeArrowheads="1"/>
            </p:cNvSpPr>
            <p:nvPr/>
          </p:nvSpPr>
          <p:spPr bwMode="auto">
            <a:xfrm>
              <a:off x="6629400" y="3948113"/>
              <a:ext cx="990600" cy="3048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105491" name="Rectangle 19"/>
            <p:cNvSpPr>
              <a:spLocks noChangeArrowheads="1"/>
            </p:cNvSpPr>
            <p:nvPr/>
          </p:nvSpPr>
          <p:spPr bwMode="auto">
            <a:xfrm>
              <a:off x="6629400" y="4405313"/>
              <a:ext cx="990600" cy="3048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105492" name="Text Box 20"/>
            <p:cNvSpPr txBox="1">
              <a:spLocks noChangeArrowheads="1"/>
            </p:cNvSpPr>
            <p:nvPr/>
          </p:nvSpPr>
          <p:spPr bwMode="auto">
            <a:xfrm>
              <a:off x="7772400" y="3948113"/>
              <a:ext cx="45720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en-US" sz="1400" b="1"/>
                <a:t>x</a:t>
              </a:r>
            </a:p>
          </p:txBody>
        </p:sp>
        <p:sp>
          <p:nvSpPr>
            <p:cNvPr id="105493" name="Text Box 21"/>
            <p:cNvSpPr txBox="1">
              <a:spLocks noChangeArrowheads="1"/>
            </p:cNvSpPr>
            <p:nvPr/>
          </p:nvSpPr>
          <p:spPr bwMode="auto">
            <a:xfrm>
              <a:off x="7772400" y="4405313"/>
              <a:ext cx="45720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en-US" sz="1400" b="1"/>
                <a:t>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373500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a simple subclass (7)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Now’s a good opportunity to do a little </a:t>
            </a:r>
            <a:r>
              <a:rPr lang="en-US" dirty="0" err="1"/>
              <a:t>summarising</a:t>
            </a:r>
            <a:r>
              <a:rPr lang="en-US" dirty="0"/>
              <a:t> here. We know that any component of the class may be declared as:</a:t>
            </a:r>
          </a:p>
          <a:p>
            <a:r>
              <a:rPr lang="en-US" dirty="0"/>
              <a:t>public</a:t>
            </a:r>
          </a:p>
          <a:p>
            <a:r>
              <a:rPr lang="en-US" dirty="0"/>
              <a:t>private</a:t>
            </a:r>
          </a:p>
          <a:p>
            <a:r>
              <a:rPr lang="en-US" dirty="0"/>
              <a:t>Protected</a:t>
            </a:r>
          </a:p>
          <a:p>
            <a:pPr marL="0" indent="0">
              <a:buNone/>
            </a:pPr>
            <a:r>
              <a:rPr lang="en-US" dirty="0"/>
              <a:t>These three keywords may also be used in a completely different context to specify the visibility inheritance model. So far, we’ve talked about public and private keywords used in such a case. It should be no surprise to you that the protected keyword can be employed in this role, too.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refercence: www.netacad.com</a:t>
            </a:r>
          </a:p>
        </p:txBody>
      </p:sp>
    </p:spTree>
    <p:extLst>
      <p:ext uri="{BB962C8B-B14F-4D97-AF65-F5344CB8AC3E}">
        <p14:creationId xmlns:p14="http://schemas.microsoft.com/office/powerpoint/2010/main" val="3679178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66"/>
              </a:buClr>
              <a:buChar char="•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Arial" charset="0"/>
              <a:buChar char="−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rgbClr val="000066"/>
              </a:buClr>
              <a:buChar char="•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000"/>
              <a:t>C++ Programming: From Problem Analysis to Program Design, Fourth Edition</a:t>
            </a:r>
          </a:p>
        </p:txBody>
      </p:sp>
      <p:sp>
        <p:nvSpPr>
          <p:cNvPr id="296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66"/>
              </a:buClr>
              <a:buChar char="•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Arial" charset="0"/>
              <a:buChar char="−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rgbClr val="000066"/>
              </a:buClr>
              <a:buChar char="•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0201019-12B4-5745-9A28-17D8EB8A2F83}" type="slidenum">
              <a:rPr lang="en-US" altLang="en-US" sz="1000"/>
              <a:pPr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lang="en-US" altLang="en-US" sz="1000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Inheritance (continued)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382000" cy="4953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public</a:t>
            </a:r>
            <a:r>
              <a:rPr lang="en-US" altLang="en-US"/>
              <a:t> members of base class can be inherited as </a:t>
            </a: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public</a:t>
            </a:r>
            <a:r>
              <a:rPr lang="en-US" altLang="en-US"/>
              <a:t> or </a:t>
            </a: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private</a:t>
            </a:r>
            <a:r>
              <a:rPr lang="en-US" altLang="en-US"/>
              <a:t> members</a:t>
            </a:r>
          </a:p>
          <a:p>
            <a:pPr eaLnBrk="1" hangingPunct="1">
              <a:lnSpc>
                <a:spcPct val="90000"/>
              </a:lnSpc>
            </a:pPr>
            <a:endParaRPr lang="en-US" altLang="en-US">
              <a:solidFill>
                <a:srgbClr val="3333FF"/>
              </a:solidFill>
              <a:latin typeface="Courier New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The derived class can include additional members--data and/or functions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The derived class can redefine the </a:t>
            </a: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public</a:t>
            </a:r>
            <a:r>
              <a:rPr lang="en-US" altLang="en-US"/>
              <a:t> member functions of the base class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All members of the base class are also member variables of the derived class</a:t>
            </a:r>
          </a:p>
        </p:txBody>
      </p:sp>
    </p:spTree>
    <p:extLst>
      <p:ext uri="{BB962C8B-B14F-4D97-AF65-F5344CB8AC3E}">
        <p14:creationId xmlns:p14="http://schemas.microsoft.com/office/powerpoint/2010/main" val="3764309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Defining a simple subclass (7) cont’d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3520441" cy="402336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Take a look at the table here →</a:t>
            </a:r>
          </a:p>
          <a:p>
            <a:pPr marL="0" indent="0">
              <a:buNone/>
            </a:pPr>
            <a:r>
              <a:rPr lang="en-US" dirty="0"/>
              <a:t>It gathers all of the possible combinations of the component declaration and inheritance model, presenting the resulting access to the components when the subclass is completely defined.</a:t>
            </a:r>
          </a:p>
          <a:p>
            <a:pPr marL="0" indent="0">
              <a:buNone/>
            </a:pPr>
            <a:r>
              <a:rPr lang="en-US" dirty="0"/>
              <a:t>It reads in the following way (take a look at the first row): if a component is declared as public and its class is inherited as public, the resulting access is public.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Familiarize yourself with the table – it’s a basic tool to resolve all the issues regarding the inheritance of the class components.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refercence: www.netacad.com</a:t>
            </a:r>
          </a:p>
        </p:txBody>
      </p:sp>
      <p:pic>
        <p:nvPicPr>
          <p:cNvPr id="5" name="Picture 4" descr="Screen Shot 2018-09-14 at 8.42.54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0" y="2209800"/>
            <a:ext cx="3972169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4314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ChangeArrowheads="1"/>
          </p:cNvSpPr>
          <p:nvPr>
            <p:ph type="title"/>
          </p:nvPr>
        </p:nvSpPr>
        <p:spPr>
          <a:xfrm>
            <a:off x="741363" y="417984"/>
            <a:ext cx="7793037" cy="1066800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Redefining (Overriding) Member Functions of the Base Class</a:t>
            </a:r>
          </a:p>
        </p:txBody>
      </p:sp>
      <p:sp>
        <p:nvSpPr>
          <p:cNvPr id="307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8077200" cy="4267200"/>
          </a:xfrm>
        </p:spPr>
        <p:txBody>
          <a:bodyPr/>
          <a:lstStyle/>
          <a:p>
            <a:pPr marL="533400" indent="-533400">
              <a:spcBef>
                <a:spcPct val="100000"/>
              </a:spcBef>
            </a:pPr>
            <a:r>
              <a:rPr lang="en-US" altLang="en-US"/>
              <a:t>To redefine (override) a </a:t>
            </a: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public</a:t>
            </a:r>
            <a:r>
              <a:rPr lang="en-US" altLang="en-US"/>
              <a:t> member function of a base class</a:t>
            </a:r>
          </a:p>
          <a:p>
            <a:pPr marL="914400" lvl="1" indent="-457200">
              <a:spcBef>
                <a:spcPct val="100000"/>
              </a:spcBef>
            </a:pPr>
            <a:r>
              <a:rPr lang="en-US" altLang="en-US"/>
              <a:t>Corresponding function in the derived class must have the same name, number, and types of parameters. </a:t>
            </a:r>
            <a:r>
              <a:rPr lang="en-US" altLang="en-US" u="sng"/>
              <a:t>Redefined </a:t>
            </a:r>
          </a:p>
          <a:p>
            <a:pPr marL="914400" lvl="1" indent="-457200">
              <a:spcBef>
                <a:spcPct val="100000"/>
              </a:spcBef>
            </a:pPr>
            <a:r>
              <a:rPr lang="en-US" altLang="en-US"/>
              <a:t>If the function has a different signature, this would be </a:t>
            </a:r>
            <a:r>
              <a:rPr lang="en-US" altLang="en-US" u="sng"/>
              <a:t>function overloading</a:t>
            </a:r>
            <a:r>
              <a:rPr lang="en-US" altLang="en-US"/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BA0B6A7-050B-4FA7-A7A6-81AC932D955F}"/>
                  </a:ext>
                </a:extLst>
              </p14:cNvPr>
              <p14:cNvContentPartPr/>
              <p14:nvPr/>
            </p14:nvContentPartPr>
            <p14:xfrm>
              <a:off x="8002800" y="3022560"/>
              <a:ext cx="328680" cy="499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BA0B6A7-050B-4FA7-A7A6-81AC932D955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993440" y="3013200"/>
                <a:ext cx="347400" cy="518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95441113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404664"/>
            <a:ext cx="8686800" cy="1066800"/>
          </a:xfrm>
        </p:spPr>
        <p:txBody>
          <a:bodyPr>
            <a:normAutofit fontScale="90000"/>
          </a:bodyPr>
          <a:lstStyle/>
          <a:p>
            <a:r>
              <a:rPr lang="en-US" altLang="en-US" sz="4100"/>
              <a:t>Redefining (Overriding) Member Functions of the Base Class (continued)</a:t>
            </a:r>
          </a:p>
        </p:txBody>
      </p:sp>
      <p:sp>
        <p:nvSpPr>
          <p:cNvPr id="317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305800" cy="4378325"/>
          </a:xfrm>
        </p:spPr>
        <p:txBody>
          <a:bodyPr/>
          <a:lstStyle/>
          <a:p>
            <a:pPr marL="0" indent="0">
              <a:spcBef>
                <a:spcPct val="60000"/>
              </a:spcBef>
              <a:buNone/>
            </a:pPr>
            <a:r>
              <a:rPr lang="en-US" altLang="en-US" dirty="0"/>
              <a:t>If derived class overrides a </a:t>
            </a:r>
            <a:r>
              <a:rPr lang="en-US" altLang="en-US" dirty="0">
                <a:solidFill>
                  <a:srgbClr val="3333FF"/>
                </a:solidFill>
                <a:latin typeface="Courier New" charset="0"/>
              </a:rPr>
              <a:t>public</a:t>
            </a:r>
            <a:r>
              <a:rPr lang="en-US" altLang="en-US" dirty="0"/>
              <a:t> member function of the base </a:t>
            </a:r>
            <a:r>
              <a:rPr lang="en-US" altLang="en-US" dirty="0">
                <a:solidFill>
                  <a:srgbClr val="3333FF"/>
                </a:solidFill>
                <a:latin typeface="Courier New" charset="0"/>
              </a:rPr>
              <a:t>class</a:t>
            </a:r>
            <a:r>
              <a:rPr lang="en-US" altLang="en-US" dirty="0"/>
              <a:t>, then to call the base class function, specify:</a:t>
            </a:r>
          </a:p>
          <a:p>
            <a:pPr marL="800100" lvl="1" indent="-342900">
              <a:spcBef>
                <a:spcPct val="60000"/>
              </a:spcBef>
            </a:pPr>
            <a:r>
              <a:rPr lang="en-US" altLang="en-US" dirty="0"/>
              <a:t>Name of the base class</a:t>
            </a:r>
          </a:p>
          <a:p>
            <a:pPr marL="800100" lvl="1" indent="-342900">
              <a:spcBef>
                <a:spcPct val="60000"/>
              </a:spcBef>
            </a:pPr>
            <a:r>
              <a:rPr lang="en-US" altLang="en-US" dirty="0"/>
              <a:t>Scope resolution operator (</a:t>
            </a:r>
            <a:r>
              <a:rPr lang="en-US" altLang="en-US" dirty="0">
                <a:latin typeface="Courier New" charset="0"/>
              </a:rPr>
              <a:t>::</a:t>
            </a:r>
            <a:r>
              <a:rPr lang="en-US" altLang="en-US" dirty="0"/>
              <a:t>)</a:t>
            </a:r>
          </a:p>
          <a:p>
            <a:pPr marL="800100" lvl="1" indent="-342900">
              <a:spcBef>
                <a:spcPct val="60000"/>
              </a:spcBef>
            </a:pPr>
            <a:r>
              <a:rPr lang="en-US" altLang="en-US" dirty="0"/>
              <a:t>Function name with the appropriate parameter list</a:t>
            </a:r>
          </a:p>
        </p:txBody>
      </p:sp>
    </p:spTree>
    <p:extLst>
      <p:ext uri="{BB962C8B-B14F-4D97-AF65-F5344CB8AC3E}">
        <p14:creationId xmlns:p14="http://schemas.microsoft.com/office/powerpoint/2010/main" val="1289572905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pic>
        <p:nvPicPr>
          <p:cNvPr id="32770" name="Picture 5" descr="untitled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" y="0"/>
            <a:ext cx="6727825" cy="6781800"/>
          </a:xfrm>
        </p:spPr>
      </p:pic>
      <p:pic>
        <p:nvPicPr>
          <p:cNvPr id="107526" name="Picture 6" descr="untitled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733800" y="4953000"/>
            <a:ext cx="3352800" cy="1522413"/>
          </a:xfrm>
        </p:spPr>
      </p:pic>
      <p:sp>
        <p:nvSpPr>
          <p:cNvPr id="107529" name="Rectangle 9"/>
          <p:cNvSpPr>
            <a:spLocks noChangeArrowheads="1"/>
          </p:cNvSpPr>
          <p:nvPr/>
        </p:nvSpPr>
        <p:spPr bwMode="auto">
          <a:xfrm>
            <a:off x="6858000" y="76200"/>
            <a:ext cx="2209800" cy="3810000"/>
          </a:xfrm>
          <a:prstGeom prst="rect">
            <a:avLst/>
          </a:prstGeom>
          <a:solidFill>
            <a:srgbClr val="FFCC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7530" name="Rectangle 10"/>
          <p:cNvSpPr>
            <a:spLocks noChangeArrowheads="1"/>
          </p:cNvSpPr>
          <p:nvPr/>
        </p:nvSpPr>
        <p:spPr bwMode="auto">
          <a:xfrm>
            <a:off x="7086600" y="152400"/>
            <a:ext cx="990600" cy="304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7531" name="Rectangle 11"/>
          <p:cNvSpPr>
            <a:spLocks noChangeArrowheads="1"/>
          </p:cNvSpPr>
          <p:nvPr/>
        </p:nvSpPr>
        <p:spPr bwMode="auto">
          <a:xfrm>
            <a:off x="7086600" y="609600"/>
            <a:ext cx="990600" cy="304800"/>
          </a:xfrm>
          <a:prstGeom prst="rect">
            <a:avLst/>
          </a:prstGeom>
          <a:solidFill>
            <a:srgbClr val="33CC3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7532" name="Oval 12"/>
          <p:cNvSpPr>
            <a:spLocks noChangeArrowheads="1"/>
          </p:cNvSpPr>
          <p:nvPr/>
        </p:nvSpPr>
        <p:spPr bwMode="auto">
          <a:xfrm>
            <a:off x="6934200" y="2576513"/>
            <a:ext cx="1905000" cy="1233487"/>
          </a:xfrm>
          <a:prstGeom prst="ellipse">
            <a:avLst/>
          </a:prstGeom>
          <a:solidFill>
            <a:srgbClr val="33CC3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7533" name="Text Box 13"/>
          <p:cNvSpPr txBox="1">
            <a:spLocks noChangeArrowheads="1"/>
          </p:cNvSpPr>
          <p:nvPr/>
        </p:nvSpPr>
        <p:spPr bwMode="auto">
          <a:xfrm>
            <a:off x="8229600" y="152400"/>
            <a:ext cx="609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 sz="1400" b="1"/>
              <a:t>var1</a:t>
            </a:r>
          </a:p>
        </p:txBody>
      </p:sp>
      <p:sp>
        <p:nvSpPr>
          <p:cNvPr id="107534" name="Text Box 14"/>
          <p:cNvSpPr txBox="1">
            <a:spLocks noChangeArrowheads="1"/>
          </p:cNvSpPr>
          <p:nvPr/>
        </p:nvSpPr>
        <p:spPr bwMode="auto">
          <a:xfrm>
            <a:off x="7467600" y="2514600"/>
            <a:ext cx="914400" cy="1262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en-US" sz="1400" b="1"/>
              <a:t>print</a:t>
            </a:r>
          </a:p>
          <a:p>
            <a:pPr algn="ctr" eaLnBrk="1" hangingPunct="1">
              <a:spcBef>
                <a:spcPct val="50000"/>
              </a:spcBef>
              <a:defRPr/>
            </a:pPr>
            <a:r>
              <a:rPr lang="en-US" altLang="en-US" sz="1400" b="1"/>
              <a:t>setB</a:t>
            </a:r>
          </a:p>
          <a:p>
            <a:pPr algn="ctr" eaLnBrk="1" hangingPunct="1">
              <a:spcBef>
                <a:spcPct val="50000"/>
              </a:spcBef>
              <a:defRPr/>
            </a:pPr>
            <a:r>
              <a:rPr lang="en-US" altLang="en-US" sz="1400" b="1"/>
              <a:t>A::print</a:t>
            </a:r>
          </a:p>
          <a:p>
            <a:pPr algn="ctr" eaLnBrk="1" hangingPunct="1">
              <a:spcBef>
                <a:spcPct val="50000"/>
              </a:spcBef>
              <a:defRPr/>
            </a:pPr>
            <a:r>
              <a:rPr lang="en-US" altLang="en-US" sz="1400" b="1"/>
              <a:t>setA</a:t>
            </a:r>
          </a:p>
        </p:txBody>
      </p:sp>
      <p:sp>
        <p:nvSpPr>
          <p:cNvPr id="107535" name="Rectangle 15"/>
          <p:cNvSpPr>
            <a:spLocks noChangeArrowheads="1"/>
          </p:cNvSpPr>
          <p:nvPr/>
        </p:nvSpPr>
        <p:spPr bwMode="auto">
          <a:xfrm>
            <a:off x="7086600" y="1066800"/>
            <a:ext cx="990600" cy="304800"/>
          </a:xfrm>
          <a:prstGeom prst="rect">
            <a:avLst/>
          </a:prstGeom>
          <a:solidFill>
            <a:srgbClr val="33CC3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7536" name="Text Box 16"/>
          <p:cNvSpPr txBox="1">
            <a:spLocks noChangeArrowheads="1"/>
          </p:cNvSpPr>
          <p:nvPr/>
        </p:nvSpPr>
        <p:spPr bwMode="auto">
          <a:xfrm>
            <a:off x="8229600" y="609600"/>
            <a:ext cx="609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 sz="1400" b="1"/>
              <a:t>var2</a:t>
            </a:r>
          </a:p>
        </p:txBody>
      </p:sp>
      <p:sp>
        <p:nvSpPr>
          <p:cNvPr id="107537" name="Text Box 17"/>
          <p:cNvSpPr txBox="1">
            <a:spLocks noChangeArrowheads="1"/>
          </p:cNvSpPr>
          <p:nvPr/>
        </p:nvSpPr>
        <p:spPr bwMode="auto">
          <a:xfrm>
            <a:off x="8229600" y="1066800"/>
            <a:ext cx="609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 sz="1400" b="1"/>
              <a:t>z</a:t>
            </a:r>
          </a:p>
        </p:txBody>
      </p:sp>
      <p:sp>
        <p:nvSpPr>
          <p:cNvPr id="107538" name="Rectangle 18"/>
          <p:cNvSpPr>
            <a:spLocks noChangeArrowheads="1"/>
          </p:cNvSpPr>
          <p:nvPr/>
        </p:nvSpPr>
        <p:spPr bwMode="auto">
          <a:xfrm>
            <a:off x="7086600" y="1524000"/>
            <a:ext cx="1752600" cy="9144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7539" name="Rectangle 19"/>
          <p:cNvSpPr>
            <a:spLocks noChangeArrowheads="1"/>
          </p:cNvSpPr>
          <p:nvPr/>
        </p:nvSpPr>
        <p:spPr bwMode="auto">
          <a:xfrm>
            <a:off x="7162800" y="1600200"/>
            <a:ext cx="990600" cy="30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7540" name="Rectangle 20"/>
          <p:cNvSpPr>
            <a:spLocks noChangeArrowheads="1"/>
          </p:cNvSpPr>
          <p:nvPr/>
        </p:nvSpPr>
        <p:spPr bwMode="auto">
          <a:xfrm>
            <a:off x="7162800" y="2057400"/>
            <a:ext cx="990600" cy="30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7541" name="Text Box 21"/>
          <p:cNvSpPr txBox="1">
            <a:spLocks noChangeArrowheads="1"/>
          </p:cNvSpPr>
          <p:nvPr/>
        </p:nvSpPr>
        <p:spPr bwMode="auto">
          <a:xfrm>
            <a:off x="8305800" y="1600200"/>
            <a:ext cx="457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 sz="1400" b="1"/>
              <a:t>x</a:t>
            </a:r>
          </a:p>
        </p:txBody>
      </p:sp>
      <p:sp>
        <p:nvSpPr>
          <p:cNvPr id="107542" name="Text Box 22"/>
          <p:cNvSpPr txBox="1">
            <a:spLocks noChangeArrowheads="1"/>
          </p:cNvSpPr>
          <p:nvPr/>
        </p:nvSpPr>
        <p:spPr bwMode="auto">
          <a:xfrm>
            <a:off x="8305800" y="2057400"/>
            <a:ext cx="457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 sz="1400" b="1"/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1446848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7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66"/>
              </a:buClr>
              <a:buChar char="•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Arial" charset="0"/>
              <a:buChar char="−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rgbClr val="000066"/>
              </a:buClr>
              <a:buChar char="•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000"/>
              <a:t>C++ Programming: From Problem Analysis to Program Design, Fourth Edition</a:t>
            </a:r>
          </a:p>
        </p:txBody>
      </p:sp>
      <p:sp>
        <p:nvSpPr>
          <p:cNvPr id="337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66"/>
              </a:buClr>
              <a:buChar char="•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Arial" charset="0"/>
              <a:buChar char="−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rgbClr val="000066"/>
              </a:buClr>
              <a:buChar char="•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1F0CD9C-82FF-0B48-9207-7C68FC628CF4}" type="slidenum">
              <a:rPr lang="en-US" altLang="en-US" sz="1000"/>
              <a:pPr>
                <a:spcBef>
                  <a:spcPct val="0"/>
                </a:spcBef>
                <a:buClrTx/>
                <a:buFontTx/>
                <a:buNone/>
              </a:pPr>
              <a:t>27</a:t>
            </a:fld>
            <a:endParaRPr lang="en-US" altLang="en-US" sz="1000"/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Constructors of Derived and Base Classes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Derived class constructor cannot directly access </a:t>
            </a: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private</a:t>
            </a:r>
            <a:r>
              <a:rPr lang="en-US" altLang="en-US"/>
              <a:t> members of the base class</a:t>
            </a:r>
          </a:p>
          <a:p>
            <a:pPr eaLnBrk="1" hangingPunct="1"/>
            <a:r>
              <a:rPr lang="en-US" altLang="en-US"/>
              <a:t>Derived class can directly initialize only </a:t>
            </a: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public</a:t>
            </a:r>
            <a:r>
              <a:rPr lang="en-US" altLang="en-US"/>
              <a:t> member variables of the base class</a:t>
            </a:r>
          </a:p>
          <a:p>
            <a:pPr eaLnBrk="1" hangingPunct="1"/>
            <a:r>
              <a:rPr lang="en-US" altLang="en-US"/>
              <a:t>When a derived object is declared</a:t>
            </a:r>
          </a:p>
          <a:p>
            <a:pPr lvl="1" eaLnBrk="1" hangingPunct="1"/>
            <a:r>
              <a:rPr lang="en-US" altLang="en-US"/>
              <a:t>It must execute one of the base class constructors</a:t>
            </a:r>
          </a:p>
          <a:p>
            <a:pPr eaLnBrk="1" hangingPunct="1"/>
            <a:r>
              <a:rPr lang="en-US" altLang="en-US"/>
              <a:t>Call to base class constructor is specified in heading of derived class constructor definition</a:t>
            </a:r>
          </a:p>
        </p:txBody>
      </p:sp>
    </p:spTree>
    <p:extLst>
      <p:ext uri="{BB962C8B-B14F-4D97-AF65-F5344CB8AC3E}">
        <p14:creationId xmlns:p14="http://schemas.microsoft.com/office/powerpoint/2010/main" val="12306314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260648"/>
            <a:ext cx="8229600" cy="990600"/>
          </a:xfrm>
        </p:spPr>
        <p:txBody>
          <a:bodyPr/>
          <a:lstStyle/>
          <a:p>
            <a:r>
              <a:rPr lang="en-US" altLang="en-US" dirty="0"/>
              <a:t>Example</a:t>
            </a:r>
          </a:p>
        </p:txBody>
      </p:sp>
      <p:pic>
        <p:nvPicPr>
          <p:cNvPr id="101379" name="Picture 3" descr="untitled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0" y="1143000"/>
            <a:ext cx="6248400" cy="5751513"/>
          </a:xfrm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08549015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ChangeArrowheads="1"/>
          </p:cNvSpPr>
          <p:nvPr>
            <p:ph type="title"/>
          </p:nvPr>
        </p:nvSpPr>
        <p:spPr>
          <a:xfrm>
            <a:off x="419100" y="340821"/>
            <a:ext cx="8229600" cy="990600"/>
          </a:xfrm>
        </p:spPr>
        <p:txBody>
          <a:bodyPr/>
          <a:lstStyle/>
          <a:p>
            <a:r>
              <a:rPr lang="en-US" altLang="en-US" dirty="0"/>
              <a:t>Example</a:t>
            </a:r>
          </a:p>
        </p:txBody>
      </p:sp>
      <p:pic>
        <p:nvPicPr>
          <p:cNvPr id="102403" name="Picture 3" descr="untitled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43000" y="1219200"/>
            <a:ext cx="6781800" cy="5307013"/>
          </a:xfrm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102404" name="Rectangle 4"/>
          <p:cNvSpPr>
            <a:spLocks noChangeArrowheads="1"/>
          </p:cNvSpPr>
          <p:nvPr/>
        </p:nvSpPr>
        <p:spPr bwMode="auto">
          <a:xfrm>
            <a:off x="5562600" y="4800600"/>
            <a:ext cx="533400" cy="2286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6889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Footer Placeholder 4"/>
          <p:cNvSpPr txBox="1">
            <a:spLocks noGrp="1"/>
          </p:cNvSpPr>
          <p:nvPr/>
        </p:nvSpPr>
        <p:spPr bwMode="auto">
          <a:xfrm>
            <a:off x="2971800" y="6400800"/>
            <a:ext cx="3657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66"/>
              </a:buClr>
              <a:buChar char="•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Arial" charset="0"/>
              <a:buChar char="−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rgbClr val="000066"/>
              </a:buClr>
              <a:buChar char="•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x-none" altLang="en-US" sz="1400">
                <a:ea typeface="Osaka" charset="-128"/>
              </a:rPr>
              <a:t>C++ Programming: From Problem Analysis to Program Design, Third Edition</a:t>
            </a:r>
            <a:endParaRPr lang="en-US" altLang="en-US" sz="1400">
              <a:ea typeface="Osaka" charset="-128"/>
            </a:endParaRPr>
          </a:p>
        </p:txBody>
      </p:sp>
      <p:sp>
        <p:nvSpPr>
          <p:cNvPr id="36866" name="Slide Number Placeholder 5"/>
          <p:cNvSpPr txBox="1">
            <a:spLocks noGrp="1"/>
          </p:cNvSpPr>
          <p:nvPr/>
        </p:nvSpPr>
        <p:spPr bwMode="auto">
          <a:xfrm>
            <a:off x="6858000" y="6400800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66"/>
              </a:buClr>
              <a:buChar char="•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Arial" charset="0"/>
              <a:buChar char="−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rgbClr val="000066"/>
              </a:buClr>
              <a:buChar char="•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fld id="{03B19425-22D0-6448-97E8-82B5DA5E6F2A}" type="slidenum">
              <a:rPr lang="x-none" altLang="en-US" sz="1400">
                <a:ea typeface="Osaka" charset="-128"/>
                <a:cs typeface="Arial" charset="0"/>
              </a:rPr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t>30</a:t>
            </a:fld>
            <a:endParaRPr lang="en-US" altLang="en-US" sz="1400">
              <a:ea typeface="Osaka" charset="-128"/>
              <a:cs typeface="Arial" charset="0"/>
            </a:endParaRPr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anchor="b"/>
          <a:lstStyle/>
          <a:p>
            <a:r>
              <a:rPr lang="en-US" altLang="en-US"/>
              <a:t>Example</a:t>
            </a:r>
          </a:p>
        </p:txBody>
      </p:sp>
      <p:pic>
        <p:nvPicPr>
          <p:cNvPr id="36868" name="Picture 8"/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00125" y="1828800"/>
            <a:ext cx="7539038" cy="3956050"/>
          </a:xfrm>
          <a:noFill/>
        </p:spPr>
      </p:pic>
    </p:spTree>
    <p:extLst>
      <p:ext uri="{BB962C8B-B14F-4D97-AF65-F5344CB8AC3E}">
        <p14:creationId xmlns:p14="http://schemas.microsoft.com/office/powerpoint/2010/main" val="82540132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1" name="Rectangle 3"/>
          <p:cNvSpPr>
            <a:spLocks noChangeArrowheads="1"/>
          </p:cNvSpPr>
          <p:nvPr/>
        </p:nvSpPr>
        <p:spPr bwMode="auto">
          <a:xfrm>
            <a:off x="5715000" y="1752600"/>
            <a:ext cx="1752600" cy="2743200"/>
          </a:xfrm>
          <a:prstGeom prst="rect">
            <a:avLst/>
          </a:prstGeom>
          <a:solidFill>
            <a:srgbClr val="FF99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4452" name="Rectangle 4"/>
          <p:cNvSpPr>
            <a:spLocks noChangeArrowheads="1"/>
          </p:cNvSpPr>
          <p:nvPr/>
        </p:nvSpPr>
        <p:spPr bwMode="auto">
          <a:xfrm>
            <a:off x="5867400" y="2667000"/>
            <a:ext cx="1447800" cy="1600200"/>
          </a:xfrm>
          <a:prstGeom prst="rect">
            <a:avLst/>
          </a:prstGeom>
          <a:solidFill>
            <a:srgbClr val="B2B2B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4453" name="Text Box 5"/>
          <p:cNvSpPr txBox="1">
            <a:spLocks noChangeArrowheads="1"/>
          </p:cNvSpPr>
          <p:nvPr/>
        </p:nvSpPr>
        <p:spPr bwMode="auto">
          <a:xfrm>
            <a:off x="6096000" y="2971800"/>
            <a:ext cx="838200" cy="366713"/>
          </a:xfrm>
          <a:prstGeom prst="rect">
            <a:avLst/>
          </a:prstGeom>
          <a:solidFill>
            <a:srgbClr val="33CC33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>
                <a:ea typeface="Osaka" charset="-128"/>
                <a:cs typeface="Arial" charset="0"/>
              </a:rPr>
              <a:t>3</a:t>
            </a:r>
          </a:p>
        </p:txBody>
      </p:sp>
      <p:sp>
        <p:nvSpPr>
          <p:cNvPr id="104454" name="Text Box 6"/>
          <p:cNvSpPr txBox="1">
            <a:spLocks noChangeArrowheads="1"/>
          </p:cNvSpPr>
          <p:nvPr/>
        </p:nvSpPr>
        <p:spPr bwMode="auto">
          <a:xfrm>
            <a:off x="6553200" y="1447800"/>
            <a:ext cx="685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>
                <a:ea typeface="Osaka" charset="-128"/>
                <a:cs typeface="Arial" charset="0"/>
              </a:rPr>
              <a:t>objB</a:t>
            </a:r>
          </a:p>
        </p:txBody>
      </p:sp>
      <p:sp>
        <p:nvSpPr>
          <p:cNvPr id="104455" name="Text Box 7"/>
          <p:cNvSpPr txBox="1">
            <a:spLocks noChangeArrowheads="1"/>
          </p:cNvSpPr>
          <p:nvPr/>
        </p:nvSpPr>
        <p:spPr bwMode="auto">
          <a:xfrm>
            <a:off x="6705600" y="2057400"/>
            <a:ext cx="609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>
                <a:ea typeface="Osaka" charset="-128"/>
                <a:cs typeface="Arial" charset="0"/>
              </a:rPr>
              <a:t>A</a:t>
            </a:r>
          </a:p>
        </p:txBody>
      </p:sp>
      <p:sp>
        <p:nvSpPr>
          <p:cNvPr id="104456" name="Text Box 8"/>
          <p:cNvSpPr txBox="1">
            <a:spLocks noChangeArrowheads="1"/>
          </p:cNvSpPr>
          <p:nvPr/>
        </p:nvSpPr>
        <p:spPr bwMode="auto">
          <a:xfrm>
            <a:off x="6096000" y="3671888"/>
            <a:ext cx="838200" cy="366712"/>
          </a:xfrm>
          <a:prstGeom prst="rect">
            <a:avLst/>
          </a:prstGeom>
          <a:solidFill>
            <a:srgbClr val="33CC33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>
                <a:ea typeface="Osaka" charset="-128"/>
                <a:cs typeface="Arial" charset="0"/>
              </a:rPr>
              <a:t>4</a:t>
            </a:r>
          </a:p>
        </p:txBody>
      </p:sp>
      <p:sp>
        <p:nvSpPr>
          <p:cNvPr id="104457" name="Text Box 9"/>
          <p:cNvSpPr txBox="1">
            <a:spLocks noChangeArrowheads="1"/>
          </p:cNvSpPr>
          <p:nvPr/>
        </p:nvSpPr>
        <p:spPr bwMode="auto">
          <a:xfrm>
            <a:off x="6858000" y="2971800"/>
            <a:ext cx="457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>
                <a:ea typeface="Osaka" charset="-128"/>
                <a:cs typeface="Arial" charset="0"/>
              </a:rPr>
              <a:t>x</a:t>
            </a:r>
          </a:p>
        </p:txBody>
      </p:sp>
      <p:sp>
        <p:nvSpPr>
          <p:cNvPr id="104458" name="Text Box 10"/>
          <p:cNvSpPr txBox="1">
            <a:spLocks noChangeArrowheads="1"/>
          </p:cNvSpPr>
          <p:nvPr/>
        </p:nvSpPr>
        <p:spPr bwMode="auto">
          <a:xfrm>
            <a:off x="6858000" y="3657600"/>
            <a:ext cx="457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>
                <a:ea typeface="Osaka" charset="-128"/>
                <a:cs typeface="Arial" charset="0"/>
              </a:rPr>
              <a:t>y</a:t>
            </a:r>
          </a:p>
        </p:txBody>
      </p:sp>
      <p:pic>
        <p:nvPicPr>
          <p:cNvPr id="104459" name="Picture 11" descr="untitled"/>
          <p:cNvPicPr>
            <a:picLocks noGrp="1" noChangeAspect="1" noChangeArrowheads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" y="1524000"/>
            <a:ext cx="5029200" cy="4352925"/>
          </a:xfrm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37898" name="TextBox 1"/>
          <p:cNvSpPr txBox="1">
            <a:spLocks noChangeArrowheads="1"/>
          </p:cNvSpPr>
          <p:nvPr/>
        </p:nvSpPr>
        <p:spPr bwMode="auto">
          <a:xfrm>
            <a:off x="1066800" y="609600"/>
            <a:ext cx="7086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/>
              <a:t>Initialization List and Inheritance </a:t>
            </a:r>
          </a:p>
        </p:txBody>
      </p:sp>
      <p:sp>
        <p:nvSpPr>
          <p:cNvPr id="37899" name="TextBox 2"/>
          <p:cNvSpPr txBox="1">
            <a:spLocks noChangeArrowheads="1"/>
          </p:cNvSpPr>
          <p:nvPr/>
        </p:nvSpPr>
        <p:spPr bwMode="auto">
          <a:xfrm>
            <a:off x="6019800" y="4648200"/>
            <a:ext cx="2438400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/>
              <a:t>Initialization list goes with constructor of derived class and uses class name to pass parameters to base class constructor.</a:t>
            </a:r>
          </a:p>
        </p:txBody>
      </p:sp>
    </p:spTree>
    <p:extLst>
      <p:ext uri="{BB962C8B-B14F-4D97-AF65-F5344CB8AC3E}">
        <p14:creationId xmlns:p14="http://schemas.microsoft.com/office/powerpoint/2010/main" val="851101406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66"/>
              </a:buClr>
              <a:buChar char="•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Arial" charset="0"/>
              <a:buChar char="−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rgbClr val="000066"/>
              </a:buClr>
              <a:buChar char="•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000"/>
              <a:t>C++ Programming: From Problem Analysis to Program Design, Fourth Edition</a:t>
            </a:r>
          </a:p>
        </p:txBody>
      </p:sp>
      <p:sp>
        <p:nvSpPr>
          <p:cNvPr id="389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66"/>
              </a:buClr>
              <a:buChar char="•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Arial" charset="0"/>
              <a:buChar char="−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rgbClr val="000066"/>
              </a:buClr>
              <a:buChar char="•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AB31000-BB09-8D46-ACA1-62A816EAEB2C}" type="slidenum">
              <a:rPr lang="en-US" altLang="en-US" sz="1000"/>
              <a:pPr>
                <a:spcBef>
                  <a:spcPct val="0"/>
                </a:spcBef>
                <a:buClrTx/>
                <a:buFontTx/>
                <a:buNone/>
              </a:pPr>
              <a:t>32</a:t>
            </a:fld>
            <a:endParaRPr lang="en-US" altLang="en-US" sz="1000"/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Protected Members of a Class</a:t>
            </a:r>
          </a:p>
        </p:txBody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828800"/>
            <a:ext cx="8305800" cy="4302125"/>
          </a:xfrm>
        </p:spPr>
        <p:txBody>
          <a:bodyPr/>
          <a:lstStyle/>
          <a:p>
            <a:pPr eaLnBrk="1" hangingPunct="1"/>
            <a:r>
              <a:rPr lang="en-US" altLang="en-US"/>
              <a:t>Private members of a class cannot be directly accessed outside the class</a:t>
            </a:r>
          </a:p>
          <a:p>
            <a:pPr eaLnBrk="1" hangingPunct="1"/>
            <a:r>
              <a:rPr lang="en-US" altLang="en-US"/>
              <a:t>For a base class to give derived class access to a </a:t>
            </a: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private</a:t>
            </a:r>
            <a:r>
              <a:rPr lang="en-US" altLang="en-US"/>
              <a:t> member</a:t>
            </a:r>
          </a:p>
          <a:p>
            <a:pPr lvl="1" eaLnBrk="1" hangingPunct="1"/>
            <a:r>
              <a:rPr lang="en-US" altLang="en-US"/>
              <a:t>Declare that member as </a:t>
            </a: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protected</a:t>
            </a:r>
          </a:p>
          <a:p>
            <a:pPr eaLnBrk="1" hangingPunct="1"/>
            <a:r>
              <a:rPr lang="en-US" altLang="en-US"/>
              <a:t>The accessibility of a </a:t>
            </a: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protected</a:t>
            </a:r>
            <a:r>
              <a:rPr lang="en-US" altLang="en-US"/>
              <a:t> member of a class is in between </a:t>
            </a: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public</a:t>
            </a:r>
            <a:r>
              <a:rPr lang="en-US" altLang="en-US"/>
              <a:t> and </a:t>
            </a: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private</a:t>
            </a:r>
          </a:p>
          <a:p>
            <a:pPr lvl="1" eaLnBrk="1" hangingPunct="1"/>
            <a:r>
              <a:rPr lang="en-US" altLang="en-US"/>
              <a:t>A derived class can directly access the </a:t>
            </a: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protected</a:t>
            </a:r>
            <a:r>
              <a:rPr lang="en-US" altLang="en-US"/>
              <a:t> member of the base class</a:t>
            </a:r>
          </a:p>
        </p:txBody>
      </p:sp>
    </p:spTree>
    <p:extLst>
      <p:ext uri="{BB962C8B-B14F-4D97-AF65-F5344CB8AC3E}">
        <p14:creationId xmlns:p14="http://schemas.microsoft.com/office/powerpoint/2010/main" val="727579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66"/>
              </a:buClr>
              <a:buChar char="•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Arial" charset="0"/>
              <a:buChar char="−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rgbClr val="000066"/>
              </a:buClr>
              <a:buChar char="•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000"/>
              <a:t>C++ Programming: From Problem Analysis to Program Design, Fourth Edition</a:t>
            </a:r>
          </a:p>
        </p:txBody>
      </p:sp>
      <p:sp>
        <p:nvSpPr>
          <p:cNvPr id="399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66"/>
              </a:buClr>
              <a:buChar char="•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Arial" charset="0"/>
              <a:buChar char="−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rgbClr val="000066"/>
              </a:buClr>
              <a:buChar char="•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2398AE1-FBDD-C94A-804D-598171C75AC3}" type="slidenum">
              <a:rPr lang="en-US" altLang="en-US" sz="1000"/>
              <a:pPr>
                <a:spcBef>
                  <a:spcPct val="0"/>
                </a:spcBef>
                <a:buClrTx/>
                <a:buFontTx/>
                <a:buNone/>
              </a:pPr>
              <a:t>33</a:t>
            </a:fld>
            <a:endParaRPr lang="en-US" altLang="en-US" sz="1000"/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Inheritance as </a:t>
            </a: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public</a:t>
            </a:r>
            <a:r>
              <a:rPr lang="en-US" altLang="en-US"/>
              <a:t>, </a:t>
            </a: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protected</a:t>
            </a:r>
            <a:r>
              <a:rPr lang="en-US" altLang="en-US"/>
              <a:t>, or </a:t>
            </a: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private</a:t>
            </a:r>
          </a:p>
        </p:txBody>
      </p:sp>
      <p:pic>
        <p:nvPicPr>
          <p:cNvPr id="39940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877"/>
          <a:stretch>
            <a:fillRect/>
          </a:stretch>
        </p:blipFill>
        <p:spPr bwMode="auto">
          <a:xfrm>
            <a:off x="1295400" y="1752600"/>
            <a:ext cx="4954588" cy="68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1" name="Rectangle 8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If </a:t>
            </a:r>
            <a:r>
              <a:rPr lang="en-US" altLang="en-US">
                <a:latin typeface="Courier New" charset="0"/>
              </a:rPr>
              <a:t>memberAccessSpecifier</a:t>
            </a:r>
            <a:r>
              <a:rPr lang="en-US" altLang="en-US"/>
              <a:t> is </a:t>
            </a: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public</a:t>
            </a:r>
            <a:r>
              <a:rPr lang="en-US" altLang="en-US"/>
              <a:t>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public</a:t>
            </a:r>
            <a:r>
              <a:rPr lang="en-US" altLang="en-US"/>
              <a:t> members of </a:t>
            </a:r>
            <a:r>
              <a:rPr lang="en-US" altLang="en-US">
                <a:latin typeface="Courier New" charset="0"/>
              </a:rPr>
              <a:t>A</a:t>
            </a:r>
            <a:r>
              <a:rPr lang="en-US" altLang="en-US"/>
              <a:t> are </a:t>
            </a: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public</a:t>
            </a:r>
            <a:r>
              <a:rPr lang="en-US" altLang="en-US"/>
              <a:t> members of </a:t>
            </a:r>
            <a:r>
              <a:rPr lang="en-US" altLang="en-US">
                <a:latin typeface="Courier New" charset="0"/>
              </a:rPr>
              <a:t>B</a:t>
            </a:r>
            <a:r>
              <a:rPr lang="en-US" altLang="en-US"/>
              <a:t> and can be directly accessed in class </a:t>
            </a:r>
            <a:r>
              <a:rPr lang="en-US" altLang="en-US">
                <a:latin typeface="Courier New" charset="0"/>
              </a:rPr>
              <a:t>B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protected</a:t>
            </a:r>
            <a:r>
              <a:rPr lang="en-US" altLang="en-US"/>
              <a:t> members of </a:t>
            </a:r>
            <a:r>
              <a:rPr lang="en-US" altLang="en-US">
                <a:latin typeface="Courier New" charset="0"/>
              </a:rPr>
              <a:t>A</a:t>
            </a:r>
            <a:r>
              <a:rPr lang="en-US" altLang="en-US"/>
              <a:t> are </a:t>
            </a: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protected</a:t>
            </a:r>
            <a:r>
              <a:rPr lang="en-US" altLang="en-US"/>
              <a:t> members of </a:t>
            </a:r>
            <a:r>
              <a:rPr lang="en-US" altLang="en-US">
                <a:latin typeface="Courier New" charset="0"/>
              </a:rPr>
              <a:t>B</a:t>
            </a:r>
            <a:r>
              <a:rPr lang="en-US" altLang="en-US"/>
              <a:t> and can be directly accessed by member functions (and friend functions) of </a:t>
            </a:r>
            <a:r>
              <a:rPr lang="en-US" altLang="en-US">
                <a:latin typeface="Courier New" charset="0"/>
              </a:rPr>
              <a:t>B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private</a:t>
            </a:r>
            <a:r>
              <a:rPr lang="en-US" altLang="en-US"/>
              <a:t> members of</a:t>
            </a:r>
            <a:r>
              <a:rPr lang="en-US" altLang="en-US">
                <a:latin typeface="Courier New" charset="0"/>
              </a:rPr>
              <a:t> A</a:t>
            </a:r>
            <a:r>
              <a:rPr lang="en-US" altLang="en-US"/>
              <a:t> are hidden in </a:t>
            </a:r>
            <a:r>
              <a:rPr lang="en-US" altLang="en-US">
                <a:latin typeface="Courier New" charset="0"/>
              </a:rPr>
              <a:t>B</a:t>
            </a:r>
            <a:r>
              <a:rPr lang="en-US" altLang="en-US"/>
              <a:t> and can be accessed by member functions of </a:t>
            </a:r>
            <a:r>
              <a:rPr lang="en-US" altLang="en-US">
                <a:latin typeface="Courier New" charset="0"/>
              </a:rPr>
              <a:t>B</a:t>
            </a:r>
            <a:r>
              <a:rPr lang="en-US" altLang="en-US"/>
              <a:t> through </a:t>
            </a: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public</a:t>
            </a:r>
            <a:r>
              <a:rPr lang="en-US" altLang="en-US"/>
              <a:t> or </a:t>
            </a: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protected</a:t>
            </a:r>
            <a:r>
              <a:rPr lang="en-US" altLang="en-US"/>
              <a:t> members of </a:t>
            </a:r>
            <a:r>
              <a:rPr lang="en-US" altLang="en-US">
                <a:latin typeface="Courier New" charset="0"/>
              </a:rPr>
              <a:t>A</a:t>
            </a:r>
            <a:endParaRPr lang="en-US" altLang="en-US" sz="2200"/>
          </a:p>
        </p:txBody>
      </p:sp>
    </p:spTree>
    <p:extLst>
      <p:ext uri="{BB962C8B-B14F-4D97-AF65-F5344CB8AC3E}">
        <p14:creationId xmlns:p14="http://schemas.microsoft.com/office/powerpoint/2010/main" val="9250906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66"/>
              </a:buClr>
              <a:buChar char="•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Arial" charset="0"/>
              <a:buChar char="−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rgbClr val="000066"/>
              </a:buClr>
              <a:buChar char="•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000"/>
              <a:t>C++ Programming: From Problem Analysis to Program Design, Fourth Edition</a:t>
            </a:r>
          </a:p>
        </p:txBody>
      </p:sp>
      <p:sp>
        <p:nvSpPr>
          <p:cNvPr id="409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66"/>
              </a:buClr>
              <a:buChar char="•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Arial" charset="0"/>
              <a:buChar char="−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rgbClr val="000066"/>
              </a:buClr>
              <a:buChar char="•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B3BC5C1-FE45-C74C-B44F-5A9D2C04AC2F}" type="slidenum">
              <a:rPr lang="en-US" altLang="en-US" sz="1000"/>
              <a:pPr>
                <a:spcBef>
                  <a:spcPct val="0"/>
                </a:spcBef>
                <a:buClrTx/>
                <a:buFontTx/>
                <a:buNone/>
              </a:pPr>
              <a:t>34</a:t>
            </a:fld>
            <a:endParaRPr lang="en-US" altLang="en-US" sz="1000"/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77813"/>
            <a:ext cx="85344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Inheritance as </a:t>
            </a: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public</a:t>
            </a:r>
            <a:r>
              <a:rPr lang="en-US" altLang="en-US"/>
              <a:t>, </a:t>
            </a: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protected</a:t>
            </a:r>
            <a:r>
              <a:rPr lang="en-US" altLang="en-US"/>
              <a:t>, or </a:t>
            </a: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private </a:t>
            </a:r>
            <a:r>
              <a:rPr lang="en-US" altLang="en-US"/>
              <a:t>(continued)</a:t>
            </a:r>
            <a:endParaRPr lang="en-US" altLang="en-US">
              <a:solidFill>
                <a:srgbClr val="3333FF"/>
              </a:solidFill>
              <a:latin typeface="Courier New" charset="0"/>
            </a:endParaRPr>
          </a:p>
        </p:txBody>
      </p:sp>
      <p:pic>
        <p:nvPicPr>
          <p:cNvPr id="4096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877"/>
          <a:stretch>
            <a:fillRect/>
          </a:stretch>
        </p:blipFill>
        <p:spPr bwMode="auto">
          <a:xfrm>
            <a:off x="1295400" y="1752600"/>
            <a:ext cx="4954588" cy="68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5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914400" y="1828800"/>
            <a:ext cx="7772400" cy="4724400"/>
          </a:xfrm>
        </p:spPr>
        <p:txBody>
          <a:bodyPr/>
          <a:lstStyle/>
          <a:p>
            <a:pPr eaLnBrk="1" hangingPunct="1">
              <a:lnSpc>
                <a:spcPct val="14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If </a:t>
            </a:r>
            <a:r>
              <a:rPr lang="en-US" altLang="en-US">
                <a:latin typeface="Courier New" charset="0"/>
              </a:rPr>
              <a:t>memberAccessSpecifier</a:t>
            </a:r>
            <a:r>
              <a:rPr lang="en-US" altLang="en-US"/>
              <a:t> is </a:t>
            </a: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protected</a:t>
            </a:r>
            <a:r>
              <a:rPr lang="en-US" altLang="en-US"/>
              <a:t>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public</a:t>
            </a:r>
            <a:r>
              <a:rPr lang="en-US" altLang="en-US"/>
              <a:t> members of </a:t>
            </a:r>
            <a:r>
              <a:rPr lang="en-US" altLang="en-US">
                <a:latin typeface="Courier New" charset="0"/>
              </a:rPr>
              <a:t>A</a:t>
            </a:r>
            <a:r>
              <a:rPr lang="en-US" altLang="en-US"/>
              <a:t> are </a:t>
            </a: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protected</a:t>
            </a:r>
            <a:r>
              <a:rPr lang="en-US" altLang="en-US"/>
              <a:t> members of </a:t>
            </a:r>
            <a:r>
              <a:rPr lang="en-US" altLang="en-US">
                <a:latin typeface="Courier New" charset="0"/>
              </a:rPr>
              <a:t>B</a:t>
            </a:r>
            <a:r>
              <a:rPr lang="en-US" altLang="en-US"/>
              <a:t> and can be accessed by the member functions (and friend functions) of </a:t>
            </a:r>
            <a:r>
              <a:rPr lang="en-US" altLang="en-US">
                <a:latin typeface="Courier New" charset="0"/>
              </a:rPr>
              <a:t>B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protected</a:t>
            </a:r>
            <a:r>
              <a:rPr lang="en-US" altLang="en-US"/>
              <a:t> members of </a:t>
            </a:r>
            <a:r>
              <a:rPr lang="en-US" altLang="en-US">
                <a:latin typeface="Courier New" charset="0"/>
              </a:rPr>
              <a:t>A</a:t>
            </a:r>
            <a:r>
              <a:rPr lang="en-US" altLang="en-US"/>
              <a:t> are </a:t>
            </a: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protected</a:t>
            </a:r>
            <a:r>
              <a:rPr lang="en-US" altLang="en-US"/>
              <a:t> members of </a:t>
            </a:r>
            <a:r>
              <a:rPr lang="en-US" altLang="en-US">
                <a:latin typeface="Courier New" charset="0"/>
              </a:rPr>
              <a:t>B</a:t>
            </a:r>
            <a:r>
              <a:rPr lang="en-US" altLang="en-US"/>
              <a:t> and can be accessed by the member functions (and friend functions) of </a:t>
            </a:r>
            <a:r>
              <a:rPr lang="en-US" altLang="en-US">
                <a:latin typeface="Courier New" charset="0"/>
              </a:rPr>
              <a:t>B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private</a:t>
            </a:r>
            <a:r>
              <a:rPr lang="en-US" altLang="en-US"/>
              <a:t> members of </a:t>
            </a:r>
            <a:r>
              <a:rPr lang="en-US" altLang="en-US">
                <a:latin typeface="Courier New" charset="0"/>
              </a:rPr>
              <a:t>A</a:t>
            </a:r>
            <a:r>
              <a:rPr lang="en-US" altLang="en-US"/>
              <a:t> are hidden in </a:t>
            </a:r>
            <a:r>
              <a:rPr lang="en-US" altLang="en-US">
                <a:latin typeface="Courier New" charset="0"/>
              </a:rPr>
              <a:t>B</a:t>
            </a:r>
            <a:r>
              <a:rPr lang="en-US" altLang="en-US"/>
              <a:t> and can be accessed by member functions of </a:t>
            </a:r>
            <a:r>
              <a:rPr lang="en-US" altLang="en-US">
                <a:latin typeface="Courier New" charset="0"/>
              </a:rPr>
              <a:t>B</a:t>
            </a:r>
            <a:r>
              <a:rPr lang="en-US" altLang="en-US"/>
              <a:t> through </a:t>
            </a: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public</a:t>
            </a:r>
            <a:r>
              <a:rPr lang="en-US" altLang="en-US"/>
              <a:t> or </a:t>
            </a: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protected</a:t>
            </a:r>
            <a:r>
              <a:rPr lang="en-US" altLang="en-US"/>
              <a:t> members of </a:t>
            </a:r>
            <a:r>
              <a:rPr lang="en-US" altLang="en-US">
                <a:latin typeface="Courier New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174880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66"/>
              </a:buClr>
              <a:buChar char="•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Arial" charset="0"/>
              <a:buChar char="−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rgbClr val="000066"/>
              </a:buClr>
              <a:buChar char="•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000"/>
              <a:t>C++ Programming: From Problem Analysis to Program Design, Fourth Edition</a:t>
            </a:r>
          </a:p>
        </p:txBody>
      </p:sp>
      <p:sp>
        <p:nvSpPr>
          <p:cNvPr id="419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66"/>
              </a:buClr>
              <a:buChar char="•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Arial" charset="0"/>
              <a:buChar char="−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rgbClr val="000066"/>
              </a:buClr>
              <a:buChar char="•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41A8AC2-79B7-E849-B6F1-D1DEAD5B3140}" type="slidenum">
              <a:rPr lang="en-US" altLang="en-US" sz="1000"/>
              <a:pPr>
                <a:spcBef>
                  <a:spcPct val="0"/>
                </a:spcBef>
                <a:buClrTx/>
                <a:buFontTx/>
                <a:buNone/>
              </a:pPr>
              <a:t>35</a:t>
            </a:fld>
            <a:endParaRPr lang="en-US" altLang="en-US" sz="1000"/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77813"/>
            <a:ext cx="85344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Inheritance as </a:t>
            </a: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public</a:t>
            </a:r>
            <a:r>
              <a:rPr lang="en-US" altLang="en-US"/>
              <a:t>, </a:t>
            </a: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protected</a:t>
            </a:r>
            <a:r>
              <a:rPr lang="en-US" altLang="en-US"/>
              <a:t>, or </a:t>
            </a: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private </a:t>
            </a:r>
            <a:r>
              <a:rPr lang="en-US" altLang="en-US"/>
              <a:t>(continued)</a:t>
            </a:r>
            <a:endParaRPr lang="en-US" altLang="en-US">
              <a:solidFill>
                <a:srgbClr val="3333FF"/>
              </a:solidFill>
              <a:latin typeface="Courier New" charset="0"/>
            </a:endParaRPr>
          </a:p>
        </p:txBody>
      </p:sp>
      <p:pic>
        <p:nvPicPr>
          <p:cNvPr id="41988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877"/>
          <a:stretch>
            <a:fillRect/>
          </a:stretch>
        </p:blipFill>
        <p:spPr bwMode="auto">
          <a:xfrm>
            <a:off x="1295400" y="1727200"/>
            <a:ext cx="4954588" cy="68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9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914400" y="1828800"/>
            <a:ext cx="7772400" cy="4724400"/>
          </a:xfrm>
        </p:spPr>
        <p:txBody>
          <a:bodyPr/>
          <a:lstStyle/>
          <a:p>
            <a:pPr eaLnBrk="1" hangingPunct="1">
              <a:lnSpc>
                <a:spcPct val="14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If </a:t>
            </a:r>
            <a:r>
              <a:rPr lang="en-US" altLang="en-US">
                <a:latin typeface="Courier New" charset="0"/>
              </a:rPr>
              <a:t>memberAccessSpecifier</a:t>
            </a:r>
            <a:r>
              <a:rPr lang="en-US" altLang="en-US"/>
              <a:t> is </a:t>
            </a: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private</a:t>
            </a:r>
            <a:r>
              <a:rPr lang="en-US" altLang="en-US"/>
              <a:t>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public</a:t>
            </a:r>
            <a:r>
              <a:rPr lang="en-US" altLang="en-US"/>
              <a:t> members of </a:t>
            </a:r>
            <a:r>
              <a:rPr lang="en-US" altLang="en-US">
                <a:latin typeface="Courier New" charset="0"/>
              </a:rPr>
              <a:t>A</a:t>
            </a:r>
            <a:r>
              <a:rPr lang="en-US" altLang="en-US"/>
              <a:t> are </a:t>
            </a: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private</a:t>
            </a:r>
            <a:r>
              <a:rPr lang="en-US" altLang="en-US"/>
              <a:t> members of </a:t>
            </a:r>
            <a:r>
              <a:rPr lang="en-US" altLang="en-US">
                <a:latin typeface="Courier New" charset="0"/>
              </a:rPr>
              <a:t>B</a:t>
            </a:r>
            <a:r>
              <a:rPr lang="en-US" altLang="en-US"/>
              <a:t> and can be accessed by member functions of </a:t>
            </a:r>
            <a:r>
              <a:rPr lang="en-US" altLang="en-US">
                <a:latin typeface="Courier New" charset="0"/>
              </a:rPr>
              <a:t>B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protected</a:t>
            </a:r>
            <a:r>
              <a:rPr lang="en-US" altLang="en-US"/>
              <a:t> members of </a:t>
            </a:r>
            <a:r>
              <a:rPr lang="en-US" altLang="en-US">
                <a:latin typeface="Courier New" charset="0"/>
              </a:rPr>
              <a:t>A</a:t>
            </a:r>
            <a:r>
              <a:rPr lang="en-US" altLang="en-US"/>
              <a:t> are </a:t>
            </a: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private</a:t>
            </a:r>
            <a:r>
              <a:rPr lang="en-US" altLang="en-US"/>
              <a:t> members of </a:t>
            </a:r>
            <a:r>
              <a:rPr lang="en-US" altLang="en-US">
                <a:latin typeface="Courier New" charset="0"/>
              </a:rPr>
              <a:t>B</a:t>
            </a:r>
            <a:r>
              <a:rPr lang="en-US" altLang="en-US"/>
              <a:t> and can be accessed by member functions (and friend functions) of </a:t>
            </a:r>
            <a:r>
              <a:rPr lang="en-US" altLang="en-US">
                <a:latin typeface="Courier New" charset="0"/>
              </a:rPr>
              <a:t>B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private</a:t>
            </a:r>
            <a:r>
              <a:rPr lang="en-US" altLang="en-US"/>
              <a:t> members of </a:t>
            </a:r>
            <a:r>
              <a:rPr lang="en-US" altLang="en-US">
                <a:latin typeface="Courier New" charset="0"/>
              </a:rPr>
              <a:t>A</a:t>
            </a:r>
            <a:r>
              <a:rPr lang="en-US" altLang="en-US"/>
              <a:t> are hidden in </a:t>
            </a:r>
            <a:r>
              <a:rPr lang="en-US" altLang="en-US">
                <a:latin typeface="Courier New" charset="0"/>
              </a:rPr>
              <a:t>B</a:t>
            </a:r>
            <a:r>
              <a:rPr lang="en-US" altLang="en-US"/>
              <a:t> and can be accessed by member functions of </a:t>
            </a:r>
            <a:r>
              <a:rPr lang="en-US" altLang="en-US">
                <a:latin typeface="Courier New" charset="0"/>
              </a:rPr>
              <a:t>B</a:t>
            </a:r>
            <a:r>
              <a:rPr lang="en-US" altLang="en-US"/>
              <a:t> through </a:t>
            </a: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public</a:t>
            </a:r>
            <a:r>
              <a:rPr lang="en-US" altLang="en-US"/>
              <a:t>/</a:t>
            </a: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protected</a:t>
            </a:r>
            <a:r>
              <a:rPr lang="en-US" altLang="en-US"/>
              <a:t> members of </a:t>
            </a:r>
            <a:r>
              <a:rPr lang="en-US" altLang="en-US">
                <a:latin typeface="Courier New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052286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690" name="Picture 2" descr="untitled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152400"/>
            <a:ext cx="2709863" cy="6400800"/>
          </a:xfrm>
          <a:ln w="28575"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114691" name="Picture 3" descr="untitled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68663" y="152400"/>
            <a:ext cx="2751137" cy="6400800"/>
          </a:xfrm>
          <a:ln w="28575"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114692" name="Picture 4" descr="untitled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386513" y="152400"/>
            <a:ext cx="2571750" cy="6400800"/>
          </a:xfrm>
          <a:ln w="28575"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31118695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Multiple Inheritance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1346"/>
            <a:ext cx="8229600" cy="4876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We’ll finish our current topic by demonstrating multi-inheritance. We need to emphasize that using this technique is commonly recognized as error-prone and obfuscating class hierarchy.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Any solution that avoids multi-inheritance is generally better and in fact many contemporary object programming languages don’t offer multi-inheritance at all. We think it’s a good argument to consider when you’re making design assumptions.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refercence: www.netacad.com</a:t>
            </a:r>
          </a:p>
        </p:txBody>
      </p:sp>
    </p:spTree>
    <p:extLst>
      <p:ext uri="{BB962C8B-B14F-4D97-AF65-F5344CB8AC3E}">
        <p14:creationId xmlns:p14="http://schemas.microsoft.com/office/powerpoint/2010/main" val="14084678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95802-4DCF-455F-9C34-A09C01385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Inheritance (</a:t>
            </a:r>
            <a:r>
              <a:rPr lang="en-US" dirty="0" err="1"/>
              <a:t>contd</a:t>
            </a:r>
            <a:r>
              <a:rPr lang="en-US" dirty="0"/>
              <a:t>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33D3F-2BE4-482F-BBC8-C54A3A96B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5410944" cy="4997152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A 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 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A() { 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"A's constructor called"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 } 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}; 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B 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 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   B() { 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"B's constructor called"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 } 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}; 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C: 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B, 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A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 // Note the order 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 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C() { 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"C's constructor called"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 } 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}; 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main() 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 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   C 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 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BC2B36-6723-40E2-AE90-09A897A0D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38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7F111F-C5B7-41E3-BD51-25CD474B95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192" y="2857420"/>
            <a:ext cx="2086266" cy="57158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30E8F3-FA63-47FC-BAC3-DDD5736E6ACD}"/>
              </a:ext>
            </a:extLst>
          </p:cNvPr>
          <p:cNvSpPr txBox="1"/>
          <p:nvPr/>
        </p:nvSpPr>
        <p:spPr>
          <a:xfrm>
            <a:off x="6170156" y="2411888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637421E-E242-4C58-8DEC-FE175A57CAD4}"/>
                  </a:ext>
                </a:extLst>
              </p14:cNvPr>
              <p14:cNvContentPartPr/>
              <p14:nvPr/>
            </p14:nvContentPartPr>
            <p14:xfrm>
              <a:off x="946800" y="526680"/>
              <a:ext cx="7840440" cy="56260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637421E-E242-4C58-8DEC-FE175A57CAD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7440" y="517320"/>
                <a:ext cx="7859160" cy="5644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96127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3368041" cy="402336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This example should be clear (we hope).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program will produce the following output: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storage = 3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safe = 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refercence: www.netacad.com</a:t>
            </a:r>
          </a:p>
        </p:txBody>
      </p:sp>
      <p:pic>
        <p:nvPicPr>
          <p:cNvPr id="5" name="Picture 4" descr="Screen Shot 2018-09-14 at 8.50.36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0" y="1763163"/>
            <a:ext cx="3968824" cy="4846121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7B72CFFE-EA15-49F7-8652-70BF85C9A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Inheritance - Ambiguity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D336CB2-B29B-47E2-A97E-C227E684B507}"/>
                  </a:ext>
                </a:extLst>
              </p14:cNvPr>
              <p14:cNvContentPartPr/>
              <p14:nvPr/>
            </p14:nvContentPartPr>
            <p14:xfrm>
              <a:off x="1089720" y="1285920"/>
              <a:ext cx="7920720" cy="51350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D336CB2-B29B-47E2-A97E-C227E684B50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80360" y="1276560"/>
                <a:ext cx="7939440" cy="5153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63258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9EF4-4F9F-408B-B13D-4F3F4EED5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Inheritance - Ambiguity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82341-3EBD-47C4-8B5A-A9DADD741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60240"/>
            <a:ext cx="3826768" cy="4205064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SuperA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protected: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storage;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put(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val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){ storage = 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val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 }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get(){ 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storage; }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SuperB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protected: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safe;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put(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val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){ safe = 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val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 }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get(){ 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safe; }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CF6243-DC5D-40F9-BD1C-489613AEF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8D3BDC7-6A2A-4407-905F-03F38F628AF7}"/>
              </a:ext>
            </a:extLst>
          </p:cNvPr>
          <p:cNvSpPr txBox="1">
            <a:spLocks/>
          </p:cNvSpPr>
          <p:nvPr/>
        </p:nvSpPr>
        <p:spPr>
          <a:xfrm>
            <a:off x="4572000" y="1960240"/>
            <a:ext cx="4320480" cy="420506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Sub: 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SuperB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SuperA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print()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{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"Storage: 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&lt;&lt;storage&lt;&lt;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"Safe: 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&lt;&lt;safe&lt;&lt;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}    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main()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   Sub s;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s.put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 //Ambiguous call 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	//(call to </a:t>
            </a:r>
            <a:r>
              <a:rPr lang="en-US" sz="1200" dirty="0" err="1">
                <a:solidFill>
                  <a:srgbClr val="008000"/>
                </a:solidFill>
                <a:latin typeface="Consolas" panose="020B0609020204030204" pitchFamily="49" charset="0"/>
              </a:rPr>
              <a:t>SubA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-put or </a:t>
            </a:r>
            <a:r>
              <a:rPr lang="en-US" sz="1200" dirty="0" err="1">
                <a:solidFill>
                  <a:srgbClr val="008000"/>
                </a:solidFill>
                <a:latin typeface="Consolas" panose="020B0609020204030204" pitchFamily="49" charset="0"/>
              </a:rPr>
              <a:t>SubB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-put?)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s.get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 //Similar issue here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D890636-140D-464B-9981-E2C1AC2D0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048" y="5013458"/>
            <a:ext cx="3753374" cy="6477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33F7796-9E99-483E-8A72-A6CB19C616FA}"/>
              </a:ext>
            </a:extLst>
          </p:cNvPr>
          <p:cNvSpPr txBox="1"/>
          <p:nvPr/>
        </p:nvSpPr>
        <p:spPr>
          <a:xfrm>
            <a:off x="7092280" y="4149080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Output:</a:t>
            </a:r>
            <a:r>
              <a:rPr lang="en-US" dirty="0"/>
              <a:t> 5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BA9CD48-4C6E-4EF8-8685-E3D2302A15DE}"/>
              </a:ext>
            </a:extLst>
          </p:cNvPr>
          <p:cNvSpPr/>
          <p:nvPr/>
        </p:nvSpPr>
        <p:spPr>
          <a:xfrm>
            <a:off x="4716016" y="5121556"/>
            <a:ext cx="3024336" cy="562580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5238623-B28E-48BE-B22C-0D0E90CDB2D5}"/>
                  </a:ext>
                </a:extLst>
              </p14:cNvPr>
              <p14:cNvContentPartPr/>
              <p14:nvPr/>
            </p14:nvContentPartPr>
            <p14:xfrm>
              <a:off x="1143000" y="428760"/>
              <a:ext cx="6670800" cy="50810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55238623-B28E-48BE-B22C-0D0E90CDB2D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33640" y="419400"/>
                <a:ext cx="6689520" cy="5099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17416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/>
      <p:bldP spid="11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E5036-9ECC-48AD-975C-7135179CC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Multiple Inheritance – Diamond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33B13-603C-49D1-A98A-E730B4CD0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3898776" cy="4277072"/>
          </a:xfrm>
        </p:spPr>
        <p:txBody>
          <a:bodyPr>
            <a:normAutofit/>
          </a:bodyPr>
          <a:lstStyle/>
          <a:p>
            <a:r>
              <a:rPr lang="en-US" sz="1800" dirty="0"/>
              <a:t>The diamond problem occurs when two </a:t>
            </a:r>
            <a:r>
              <a:rPr lang="en-US" sz="1800" dirty="0" err="1"/>
              <a:t>superclasses</a:t>
            </a:r>
            <a:r>
              <a:rPr lang="en-US" sz="1800" dirty="0"/>
              <a:t> of a class have a common base class. </a:t>
            </a:r>
          </a:p>
          <a:p>
            <a:r>
              <a:rPr lang="en-US" sz="1800" dirty="0"/>
              <a:t>For example, in the following diagram, the TA class gets two copies of all attributes of Person class, this causes ambiguities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588936-0FDA-4954-BE49-B1BC42388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41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3A4EA6C-BBC7-41B1-9D4B-DC36184160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1709928"/>
            <a:ext cx="4464496" cy="3727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A646109-A2D7-4D91-BF86-B18FFEDE111D}"/>
                  </a:ext>
                </a:extLst>
              </p14:cNvPr>
              <p14:cNvContentPartPr/>
              <p14:nvPr/>
            </p14:nvContentPartPr>
            <p14:xfrm>
              <a:off x="616320" y="1428840"/>
              <a:ext cx="8429760" cy="46616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A646109-A2D7-4D91-BF86-B18FFEDE111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6960" y="1419480"/>
                <a:ext cx="8448480" cy="4680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261238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E5036-9ECC-48AD-975C-7135179CC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Multiple Inheritance – Diamond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33B13-603C-49D1-A98A-E730B4CD0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3898776" cy="4421088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Person { 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008000"/>
                </a:solidFill>
                <a:latin typeface="Consolas" panose="020B0609020204030204" pitchFamily="49" charset="0"/>
              </a:rPr>
              <a:t>// Data members of person </a:t>
            </a:r>
            <a:endParaRPr lang="en-US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   Person(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x) { 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"Person::Person(int ) called"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; } 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}; 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Faculty : 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Person { 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008000"/>
                </a:solidFill>
                <a:latin typeface="Consolas" panose="020B0609020204030204" pitchFamily="49" charset="0"/>
              </a:rPr>
              <a:t>// data members of Faculty </a:t>
            </a:r>
            <a:endParaRPr lang="en-US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   Faculty(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x):Person(x) { 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"Faculty::Faculty(int ) called"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&lt;&lt; 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   } 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}; 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Student : 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Person { 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008000"/>
                </a:solidFill>
                <a:latin typeface="Consolas" panose="020B0609020204030204" pitchFamily="49" charset="0"/>
              </a:rPr>
              <a:t>// data members of Student </a:t>
            </a:r>
            <a:endParaRPr lang="en-US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   Student(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x):Person(x) { 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"Student::Student(int ) called"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&lt;&lt; 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   } 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588936-0FDA-4954-BE49-B1BC42388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F140710-90E2-4EBA-A786-0A8E3452EA0E}"/>
              </a:ext>
            </a:extLst>
          </p:cNvPr>
          <p:cNvSpPr txBox="1">
            <a:spLocks/>
          </p:cNvSpPr>
          <p:nvPr/>
        </p:nvSpPr>
        <p:spPr>
          <a:xfrm>
            <a:off x="4555906" y="1604177"/>
            <a:ext cx="3898776" cy="21848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TA : 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Faculty, 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Student { 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   TA(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x):Student(x), Faculty(x) { 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"TA::TA(int ) called"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&lt;&lt; 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   } 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}; 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main() { 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   TA ta1(</a:t>
            </a:r>
            <a:r>
              <a:rPr lang="en-US" sz="1050" dirty="0">
                <a:solidFill>
                  <a:srgbClr val="098658"/>
                </a:solidFill>
                <a:latin typeface="Consolas" panose="020B0609020204030204" pitchFamily="49" charset="0"/>
              </a:rPr>
              <a:t>30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); 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}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CD437A-6572-4DBF-9EA8-E9342198EB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581128"/>
            <a:ext cx="2819794" cy="92405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2FCE43-691B-4C06-A98B-D32BD19E4E7C}"/>
              </a:ext>
            </a:extLst>
          </p:cNvPr>
          <p:cNvSpPr txBox="1"/>
          <p:nvPr/>
        </p:nvSpPr>
        <p:spPr>
          <a:xfrm>
            <a:off x="4499992" y="4211796"/>
            <a:ext cx="1240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E198B7E-E2BF-4740-982B-34154D898A52}"/>
                  </a:ext>
                </a:extLst>
              </p14:cNvPr>
              <p14:cNvContentPartPr/>
              <p14:nvPr/>
            </p14:nvContentPartPr>
            <p14:xfrm>
              <a:off x="2455920" y="991080"/>
              <a:ext cx="5340240" cy="43848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E198B7E-E2BF-4740-982B-34154D898A5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46560" y="981720"/>
                <a:ext cx="5358960" cy="440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92C9FB3-915E-4FEB-80E5-BD0D1A35C224}"/>
                  </a:ext>
                </a:extLst>
              </p14:cNvPr>
              <p14:cNvContentPartPr/>
              <p14:nvPr/>
            </p14:nvContentPartPr>
            <p14:xfrm>
              <a:off x="1964520" y="3670200"/>
              <a:ext cx="4286880" cy="15094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92C9FB3-915E-4FEB-80E5-BD0D1A35C22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955160" y="3660840"/>
                <a:ext cx="4305600" cy="1528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22598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E5036-9ECC-48AD-975C-7135179CC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Diamond Problem – The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33B13-603C-49D1-A98A-E730B4CD0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3898776" cy="4421088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Person { 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   Person(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x) { 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"Person::Person(int ) called"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; } 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   Person()     { 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"Person::Person() called"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; } 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}; 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Faculty : 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virtual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Person { 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   Faculty(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x):Person(x) { 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"Faculty::Faculty(int ) called"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&lt;&lt; 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   } 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}; 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Student : 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virtual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Person { 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   Student(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x):Person(x) { 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"Student::Student(int ) called"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&lt;&lt; 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   } 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588936-0FDA-4954-BE49-B1BC42388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F140710-90E2-4EBA-A786-0A8E3452EA0E}"/>
              </a:ext>
            </a:extLst>
          </p:cNvPr>
          <p:cNvSpPr txBox="1">
            <a:spLocks/>
          </p:cNvSpPr>
          <p:nvPr/>
        </p:nvSpPr>
        <p:spPr>
          <a:xfrm>
            <a:off x="4555906" y="1604177"/>
            <a:ext cx="3898776" cy="21848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TA : 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Faculty, 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Student { 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   TA(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x):Student(x), Faculty(x) { 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"TA::TA(int ) called"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&lt;&lt; 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   } 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}; 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main() { 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   TA ta1(</a:t>
            </a:r>
            <a:r>
              <a:rPr lang="en-US" sz="1050" dirty="0">
                <a:solidFill>
                  <a:srgbClr val="098658"/>
                </a:solidFill>
                <a:latin typeface="Consolas" panose="020B0609020204030204" pitchFamily="49" charset="0"/>
              </a:rPr>
              <a:t>30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); 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}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2FCE43-691B-4C06-A98B-D32BD19E4E7C}"/>
              </a:ext>
            </a:extLst>
          </p:cNvPr>
          <p:cNvSpPr txBox="1"/>
          <p:nvPr/>
        </p:nvSpPr>
        <p:spPr>
          <a:xfrm>
            <a:off x="4499992" y="4211796"/>
            <a:ext cx="1240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71DB7B-60F7-44D1-8CF1-3701D2C0A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622831"/>
            <a:ext cx="2886478" cy="76210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50021DE-F0BD-47CE-A5F4-382C40AD73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032" y="2022565"/>
            <a:ext cx="3456384" cy="182299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5046FD2-766C-47F2-A86E-0D7FB7D63B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9992" y="4581128"/>
            <a:ext cx="3155694" cy="803809"/>
          </a:xfrm>
          <a:prstGeom prst="rect">
            <a:avLst/>
          </a:prstGeom>
          <a:ln>
            <a:solidFill>
              <a:schemeClr val="tx2"/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A71F509-C97F-43E1-9EEC-F8DCCCC31A0D}"/>
                  </a:ext>
                </a:extLst>
              </p14:cNvPr>
              <p14:cNvContentPartPr/>
              <p14:nvPr/>
            </p14:nvContentPartPr>
            <p14:xfrm>
              <a:off x="4518720" y="4357800"/>
              <a:ext cx="2822040" cy="4824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A71F509-C97F-43E1-9EEC-F8DCCCC31A0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09360" y="4348440"/>
                <a:ext cx="2840760" cy="50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74220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cs101</Template>
  <TotalTime>26597</TotalTime>
  <Words>1589</Words>
  <Application>Microsoft Office PowerPoint</Application>
  <PresentationFormat>On-screen Show (4:3)</PresentationFormat>
  <Paragraphs>412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0" baseType="lpstr">
      <vt:lpstr>Arial</vt:lpstr>
      <vt:lpstr>Calibri</vt:lpstr>
      <vt:lpstr>Comic Sans MS</vt:lpstr>
      <vt:lpstr>Consolas</vt:lpstr>
      <vt:lpstr>Courier New</vt:lpstr>
      <vt:lpstr>Osaka</vt:lpstr>
      <vt:lpstr>Clarity</vt:lpstr>
      <vt:lpstr>INHERITANCE</vt:lpstr>
      <vt:lpstr>Inheritance</vt:lpstr>
      <vt:lpstr>Examples</vt:lpstr>
      <vt:lpstr>Inheritance (continued)</vt:lpstr>
      <vt:lpstr>Inheritance (continued)</vt:lpstr>
      <vt:lpstr>Defining a simple subclass (1)</vt:lpstr>
      <vt:lpstr>PowerPoint Presentation</vt:lpstr>
      <vt:lpstr>Defining a simple subclass (2)</vt:lpstr>
      <vt:lpstr>Inheritance (continued)</vt:lpstr>
      <vt:lpstr>Defining a simple subclass (3)</vt:lpstr>
      <vt:lpstr>Defining a simple subclass (4)</vt:lpstr>
      <vt:lpstr>Defining a simple subclass (4) cont’d</vt:lpstr>
      <vt:lpstr>Defining a simple subclass (4) cont’d</vt:lpstr>
      <vt:lpstr>Defining a simple subclass (5)</vt:lpstr>
      <vt:lpstr>Defining a simple subclass (5) cont’d</vt:lpstr>
      <vt:lpstr>Defining a simple subclass (6)</vt:lpstr>
      <vt:lpstr>PowerPoint Presentation</vt:lpstr>
      <vt:lpstr>PowerPoint Presentation</vt:lpstr>
      <vt:lpstr>PowerPoint Presentation</vt:lpstr>
      <vt:lpstr>PowerPoint Presentation</vt:lpstr>
      <vt:lpstr>Defining a simple subclass (7)</vt:lpstr>
      <vt:lpstr>Inheritance (continued)</vt:lpstr>
      <vt:lpstr>Defining a simple subclass (7) cont’d</vt:lpstr>
      <vt:lpstr>Redefining (Overriding) Member Functions of the Base Class</vt:lpstr>
      <vt:lpstr>Redefining (Overriding) Member Functions of the Base Class (continued)</vt:lpstr>
      <vt:lpstr>PowerPoint Presentation</vt:lpstr>
      <vt:lpstr>Constructors of Derived and Base Classes</vt:lpstr>
      <vt:lpstr>Example</vt:lpstr>
      <vt:lpstr>Example</vt:lpstr>
      <vt:lpstr>Example</vt:lpstr>
      <vt:lpstr>PowerPoint Presentation</vt:lpstr>
      <vt:lpstr>Protected Members of a Class</vt:lpstr>
      <vt:lpstr>Inheritance as public, protected, or private</vt:lpstr>
      <vt:lpstr>Inheritance as public, protected, or private (continued)</vt:lpstr>
      <vt:lpstr>Inheritance as public, protected, or private (continued)</vt:lpstr>
      <vt:lpstr>PowerPoint Presentation</vt:lpstr>
      <vt:lpstr> Multiple Inheritance </vt:lpstr>
      <vt:lpstr>Multiple Inheritance (contd…)</vt:lpstr>
      <vt:lpstr>Multiple Inheritance - Ambiguity</vt:lpstr>
      <vt:lpstr>Multiple Inheritance - Ambiguity</vt:lpstr>
      <vt:lpstr>Multiple Inheritance – Diamond Problem</vt:lpstr>
      <vt:lpstr>Multiple Inheritance – Diamond Problem</vt:lpstr>
      <vt:lpstr>Diamond Problem – The Solution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Dr Wail Mardini</dc:creator>
  <cp:lastModifiedBy>Lenovo</cp:lastModifiedBy>
  <cp:revision>1556</cp:revision>
  <cp:lastPrinted>2018-11-18T16:27:40Z</cp:lastPrinted>
  <dcterms:created xsi:type="dcterms:W3CDTF">2017-12-20T08:30:18Z</dcterms:created>
  <dcterms:modified xsi:type="dcterms:W3CDTF">2020-09-30T07:01:17Z</dcterms:modified>
</cp:coreProperties>
</file>